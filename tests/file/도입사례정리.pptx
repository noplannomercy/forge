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F6F253-87E6-4639-887D-E3D3F35F38FD}" v="37" dt="2024-06-22T13:50:37.4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1" d="100"/>
          <a:sy n="41" d="100"/>
        </p:scale>
        <p:origin x="84" y="14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E EUNHASU" userId="d7de8a6ba7a8f04c" providerId="LiveId" clId="{49F6F253-87E6-4639-887D-E3D3F35F38FD}"/>
    <pc:docChg chg="undo custSel addSld modSld">
      <pc:chgData name="LEE EUNHASU" userId="d7de8a6ba7a8f04c" providerId="LiveId" clId="{49F6F253-87E6-4639-887D-E3D3F35F38FD}" dt="2024-06-22T13:50:44.147" v="1958" actId="1076"/>
      <pc:docMkLst>
        <pc:docMk/>
      </pc:docMkLst>
      <pc:sldChg chg="addSp modSp mod">
        <pc:chgData name="LEE EUNHASU" userId="d7de8a6ba7a8f04c" providerId="LiveId" clId="{49F6F253-87E6-4639-887D-E3D3F35F38FD}" dt="2024-06-22T13:21:00.581" v="60" actId="113"/>
        <pc:sldMkLst>
          <pc:docMk/>
          <pc:sldMk cId="1200690177" sldId="260"/>
        </pc:sldMkLst>
        <pc:spChg chg="add mod">
          <ac:chgData name="LEE EUNHASU" userId="d7de8a6ba7a8f04c" providerId="LiveId" clId="{49F6F253-87E6-4639-887D-E3D3F35F38FD}" dt="2024-06-22T13:20:15.634" v="59" actId="1076"/>
          <ac:spMkLst>
            <pc:docMk/>
            <pc:sldMk cId="1200690177" sldId="260"/>
            <ac:spMk id="4" creationId="{6C112FC7-C040-7FFF-BE74-143CCDE84219}"/>
          </ac:spMkLst>
        </pc:spChg>
        <pc:spChg chg="mod">
          <ac:chgData name="LEE EUNHASU" userId="d7de8a6ba7a8f04c" providerId="LiveId" clId="{49F6F253-87E6-4639-887D-E3D3F35F38FD}" dt="2024-06-22T13:21:00.581" v="60" actId="113"/>
          <ac:spMkLst>
            <pc:docMk/>
            <pc:sldMk cId="1200690177" sldId="260"/>
            <ac:spMk id="13" creationId="{17830115-367D-B407-6E64-CBC17540EE72}"/>
          </ac:spMkLst>
        </pc:spChg>
        <pc:spChg chg="mod">
          <ac:chgData name="LEE EUNHASU" userId="d7de8a6ba7a8f04c" providerId="LiveId" clId="{49F6F253-87E6-4639-887D-E3D3F35F38FD}" dt="2024-06-22T13:21:00.581" v="60" actId="113"/>
          <ac:spMkLst>
            <pc:docMk/>
            <pc:sldMk cId="1200690177" sldId="260"/>
            <ac:spMk id="14" creationId="{B7159FEC-F969-9470-5E28-C4DB684A8AEA}"/>
          </ac:spMkLst>
        </pc:spChg>
        <pc:graphicFrameChg chg="mod">
          <ac:chgData name="LEE EUNHASU" userId="d7de8a6ba7a8f04c" providerId="LiveId" clId="{49F6F253-87E6-4639-887D-E3D3F35F38FD}" dt="2024-06-22T13:19:35.179" v="25"/>
          <ac:graphicFrameMkLst>
            <pc:docMk/>
            <pc:sldMk cId="1200690177" sldId="260"/>
            <ac:graphicFrameMk id="3" creationId="{190FF1FA-F0DE-EFA6-B205-15A7C17D62FC}"/>
          </ac:graphicFrameMkLst>
        </pc:graphicFrameChg>
      </pc:sldChg>
      <pc:sldChg chg="addSp delSp modSp add mod">
        <pc:chgData name="LEE EUNHASU" userId="d7de8a6ba7a8f04c" providerId="LiveId" clId="{49F6F253-87E6-4639-887D-E3D3F35F38FD}" dt="2024-06-22T13:43:07.042" v="881" actId="20577"/>
        <pc:sldMkLst>
          <pc:docMk/>
          <pc:sldMk cId="1161569220" sldId="261"/>
        </pc:sldMkLst>
        <pc:spChg chg="mod">
          <ac:chgData name="LEE EUNHASU" userId="d7de8a6ba7a8f04c" providerId="LiveId" clId="{49F6F253-87E6-4639-887D-E3D3F35F38FD}" dt="2024-06-22T13:42:39.380" v="716" actId="20577"/>
          <ac:spMkLst>
            <pc:docMk/>
            <pc:sldMk cId="1161569220" sldId="261"/>
            <ac:spMk id="2" creationId="{DD604951-55F6-62B2-F2C5-46648D951ABB}"/>
          </ac:spMkLst>
        </pc:spChg>
        <pc:spChg chg="add mod">
          <ac:chgData name="LEE EUNHASU" userId="d7de8a6ba7a8f04c" providerId="LiveId" clId="{49F6F253-87E6-4639-887D-E3D3F35F38FD}" dt="2024-06-22T13:42:06.014" v="638" actId="20577"/>
          <ac:spMkLst>
            <pc:docMk/>
            <pc:sldMk cId="1161569220" sldId="261"/>
            <ac:spMk id="3" creationId="{4BD1F01A-CFC4-5058-FB46-E8A262057030}"/>
          </ac:spMkLst>
        </pc:spChg>
        <pc:spChg chg="mod">
          <ac:chgData name="LEE EUNHASU" userId="d7de8a6ba7a8f04c" providerId="LiveId" clId="{49F6F253-87E6-4639-887D-E3D3F35F38FD}" dt="2024-06-22T13:26:28.591" v="157" actId="20577"/>
          <ac:spMkLst>
            <pc:docMk/>
            <pc:sldMk cId="1161569220" sldId="261"/>
            <ac:spMk id="4" creationId="{2EF8365C-BD52-C5BE-6D88-7FF4D64DC3EC}"/>
          </ac:spMkLst>
        </pc:spChg>
        <pc:spChg chg="del">
          <ac:chgData name="LEE EUNHASU" userId="d7de8a6ba7a8f04c" providerId="LiveId" clId="{49F6F253-87E6-4639-887D-E3D3F35F38FD}" dt="2024-06-22T13:26:00.553" v="91" actId="478"/>
          <ac:spMkLst>
            <pc:docMk/>
            <pc:sldMk cId="1161569220" sldId="261"/>
            <ac:spMk id="5" creationId="{BA4367F0-4CD0-C62B-8B0B-E7BCF9000ACD}"/>
          </ac:spMkLst>
        </pc:spChg>
        <pc:spChg chg="mod">
          <ac:chgData name="LEE EUNHASU" userId="d7de8a6ba7a8f04c" providerId="LiveId" clId="{49F6F253-87E6-4639-887D-E3D3F35F38FD}" dt="2024-06-22T13:29:03.846" v="478" actId="20577"/>
          <ac:spMkLst>
            <pc:docMk/>
            <pc:sldMk cId="1161569220" sldId="261"/>
            <ac:spMk id="6" creationId="{D406B1DC-C842-F551-F053-C2CC7989115A}"/>
          </ac:spMkLst>
        </pc:spChg>
        <pc:spChg chg="del">
          <ac:chgData name="LEE EUNHASU" userId="d7de8a6ba7a8f04c" providerId="LiveId" clId="{49F6F253-87E6-4639-887D-E3D3F35F38FD}" dt="2024-06-22T13:35:28.798" v="515" actId="478"/>
          <ac:spMkLst>
            <pc:docMk/>
            <pc:sldMk cId="1161569220" sldId="261"/>
            <ac:spMk id="7" creationId="{76259FC7-3EF1-A723-E88A-ABC181611272}"/>
          </ac:spMkLst>
        </pc:spChg>
        <pc:spChg chg="del">
          <ac:chgData name="LEE EUNHASU" userId="d7de8a6ba7a8f04c" providerId="LiveId" clId="{49F6F253-87E6-4639-887D-E3D3F35F38FD}" dt="2024-06-22T13:35:28.798" v="515" actId="478"/>
          <ac:spMkLst>
            <pc:docMk/>
            <pc:sldMk cId="1161569220" sldId="261"/>
            <ac:spMk id="8" creationId="{3F48AE4B-551E-B859-882E-E2575905AA8D}"/>
          </ac:spMkLst>
        </pc:spChg>
        <pc:spChg chg="del">
          <ac:chgData name="LEE EUNHASU" userId="d7de8a6ba7a8f04c" providerId="LiveId" clId="{49F6F253-87E6-4639-887D-E3D3F35F38FD}" dt="2024-06-22T13:35:28.798" v="515" actId="478"/>
          <ac:spMkLst>
            <pc:docMk/>
            <pc:sldMk cId="1161569220" sldId="261"/>
            <ac:spMk id="9" creationId="{37EBBDB9-DAED-DE1E-F8AA-B216C6EC968A}"/>
          </ac:spMkLst>
        </pc:spChg>
        <pc:spChg chg="mod">
          <ac:chgData name="LEE EUNHASU" userId="d7de8a6ba7a8f04c" providerId="LiveId" clId="{49F6F253-87E6-4639-887D-E3D3F35F38FD}" dt="2024-06-22T13:28:05.251" v="342" actId="20577"/>
          <ac:spMkLst>
            <pc:docMk/>
            <pc:sldMk cId="1161569220" sldId="261"/>
            <ac:spMk id="10" creationId="{AB7F5BAD-DF06-791C-1ABD-150B8CDE3FDE}"/>
          </ac:spMkLst>
        </pc:spChg>
        <pc:spChg chg="mod">
          <ac:chgData name="LEE EUNHASU" userId="d7de8a6ba7a8f04c" providerId="LiveId" clId="{49F6F253-87E6-4639-887D-E3D3F35F38FD}" dt="2024-06-22T13:29:25.558" v="487" actId="1076"/>
          <ac:spMkLst>
            <pc:docMk/>
            <pc:sldMk cId="1161569220" sldId="261"/>
            <ac:spMk id="11" creationId="{B5152993-38B8-56E0-B67E-7020E78FD3B1}"/>
          </ac:spMkLst>
        </pc:spChg>
        <pc:spChg chg="mod">
          <ac:chgData name="LEE EUNHASU" userId="d7de8a6ba7a8f04c" providerId="LiveId" clId="{49F6F253-87E6-4639-887D-E3D3F35F38FD}" dt="2024-06-22T13:29:57.378" v="510" actId="20577"/>
          <ac:spMkLst>
            <pc:docMk/>
            <pc:sldMk cId="1161569220" sldId="261"/>
            <ac:spMk id="12" creationId="{EBC3AE42-1803-9919-DC8D-40D17DB57A77}"/>
          </ac:spMkLst>
        </pc:spChg>
        <pc:spChg chg="del">
          <ac:chgData name="LEE EUNHASU" userId="d7de8a6ba7a8f04c" providerId="LiveId" clId="{49F6F253-87E6-4639-887D-E3D3F35F38FD}" dt="2024-06-22T13:26:00.553" v="91" actId="478"/>
          <ac:spMkLst>
            <pc:docMk/>
            <pc:sldMk cId="1161569220" sldId="261"/>
            <ac:spMk id="13" creationId="{79A65C34-4310-36CC-DBE8-30577C6A42CC}"/>
          </ac:spMkLst>
        </pc:spChg>
        <pc:spChg chg="mod">
          <ac:chgData name="LEE EUNHASU" userId="d7de8a6ba7a8f04c" providerId="LiveId" clId="{49F6F253-87E6-4639-887D-E3D3F35F38FD}" dt="2024-06-22T13:26:04.362" v="93" actId="1076"/>
          <ac:spMkLst>
            <pc:docMk/>
            <pc:sldMk cId="1161569220" sldId="261"/>
            <ac:spMk id="14" creationId="{C2E1D490-22A2-F479-DA6E-10DFB6A9EF09}"/>
          </ac:spMkLst>
        </pc:spChg>
        <pc:spChg chg="add mod">
          <ac:chgData name="LEE EUNHASU" userId="d7de8a6ba7a8f04c" providerId="LiveId" clId="{49F6F253-87E6-4639-887D-E3D3F35F38FD}" dt="2024-06-22T13:42:34.505" v="714" actId="1076"/>
          <ac:spMkLst>
            <pc:docMk/>
            <pc:sldMk cId="1161569220" sldId="261"/>
            <ac:spMk id="15" creationId="{D8C1343F-570F-14A0-7293-771598A8BA9C}"/>
          </ac:spMkLst>
        </pc:spChg>
        <pc:spChg chg="add mod">
          <ac:chgData name="LEE EUNHASU" userId="d7de8a6ba7a8f04c" providerId="LiveId" clId="{49F6F253-87E6-4639-887D-E3D3F35F38FD}" dt="2024-06-22T13:43:07.042" v="881" actId="20577"/>
          <ac:spMkLst>
            <pc:docMk/>
            <pc:sldMk cId="1161569220" sldId="261"/>
            <ac:spMk id="16" creationId="{AEA1D4C4-10FD-8CFE-2409-A4C69170F864}"/>
          </ac:spMkLst>
        </pc:spChg>
      </pc:sldChg>
      <pc:sldChg chg="addSp delSp modSp new mod">
        <pc:chgData name="LEE EUNHASU" userId="d7de8a6ba7a8f04c" providerId="LiveId" clId="{49F6F253-87E6-4639-887D-E3D3F35F38FD}" dt="2024-06-22T13:49:26.214" v="1914" actId="255"/>
        <pc:sldMkLst>
          <pc:docMk/>
          <pc:sldMk cId="4253692238" sldId="262"/>
        </pc:sldMkLst>
        <pc:spChg chg="mod">
          <ac:chgData name="LEE EUNHASU" userId="d7de8a6ba7a8f04c" providerId="LiveId" clId="{49F6F253-87E6-4639-887D-E3D3F35F38FD}" dt="2024-06-22T13:43:32.535" v="933" actId="20577"/>
          <ac:spMkLst>
            <pc:docMk/>
            <pc:sldMk cId="4253692238" sldId="262"/>
            <ac:spMk id="2" creationId="{331F2ACB-529E-A7AB-C763-3DA97E35598D}"/>
          </ac:spMkLst>
        </pc:spChg>
        <pc:spChg chg="del">
          <ac:chgData name="LEE EUNHASU" userId="d7de8a6ba7a8f04c" providerId="LiveId" clId="{49F6F253-87E6-4639-887D-E3D3F35F38FD}" dt="2024-06-22T13:31:30.913" v="512" actId="478"/>
          <ac:spMkLst>
            <pc:docMk/>
            <pc:sldMk cId="4253692238" sldId="262"/>
            <ac:spMk id="3" creationId="{288C19B5-4BF9-F727-28FA-B2795EBC9B50}"/>
          </ac:spMkLst>
        </pc:spChg>
        <pc:spChg chg="add mod">
          <ac:chgData name="LEE EUNHASU" userId="d7de8a6ba7a8f04c" providerId="LiveId" clId="{49F6F253-87E6-4639-887D-E3D3F35F38FD}" dt="2024-06-22T13:49:26.214" v="1914" actId="255"/>
          <ac:spMkLst>
            <pc:docMk/>
            <pc:sldMk cId="4253692238" sldId="262"/>
            <ac:spMk id="4" creationId="{97015DFF-5785-2BB9-85D4-096B25A63AC0}"/>
          </ac:spMkLst>
        </pc:spChg>
        <pc:picChg chg="add mod">
          <ac:chgData name="LEE EUNHASU" userId="d7de8a6ba7a8f04c" providerId="LiveId" clId="{49F6F253-87E6-4639-887D-E3D3F35F38FD}" dt="2024-06-22T13:48:07.549" v="1700" actId="1076"/>
          <ac:picMkLst>
            <pc:docMk/>
            <pc:sldMk cId="4253692238" sldId="262"/>
            <ac:picMk id="1026" creationId="{DF7266FA-26A4-0E98-34D1-B375C23E14F4}"/>
          </ac:picMkLst>
        </pc:picChg>
      </pc:sldChg>
      <pc:sldChg chg="modSp new mod">
        <pc:chgData name="LEE EUNHASU" userId="d7de8a6ba7a8f04c" providerId="LiveId" clId="{49F6F253-87E6-4639-887D-E3D3F35F38FD}" dt="2024-06-22T13:47:54.101" v="1698" actId="5793"/>
        <pc:sldMkLst>
          <pc:docMk/>
          <pc:sldMk cId="1604523148" sldId="263"/>
        </pc:sldMkLst>
        <pc:spChg chg="mod">
          <ac:chgData name="LEE EUNHASU" userId="d7de8a6ba7a8f04c" providerId="LiveId" clId="{49F6F253-87E6-4639-887D-E3D3F35F38FD}" dt="2024-06-22T13:44:03.724" v="937" actId="20577"/>
          <ac:spMkLst>
            <pc:docMk/>
            <pc:sldMk cId="1604523148" sldId="263"/>
            <ac:spMk id="2" creationId="{B4BEA769-E5ED-1DC9-7083-421CA036ACC3}"/>
          </ac:spMkLst>
        </pc:spChg>
        <pc:spChg chg="mod">
          <ac:chgData name="LEE EUNHASU" userId="d7de8a6ba7a8f04c" providerId="LiveId" clId="{49F6F253-87E6-4639-887D-E3D3F35F38FD}" dt="2024-06-22T13:47:54.101" v="1698" actId="5793"/>
          <ac:spMkLst>
            <pc:docMk/>
            <pc:sldMk cId="1604523148" sldId="263"/>
            <ac:spMk id="3" creationId="{41CD178B-270F-851C-3D65-9A23198DF7C6}"/>
          </ac:spMkLst>
        </pc:spChg>
      </pc:sldChg>
      <pc:sldChg chg="addSp delSp modSp new mod">
        <pc:chgData name="LEE EUNHASU" userId="d7de8a6ba7a8f04c" providerId="LiveId" clId="{49F6F253-87E6-4639-887D-E3D3F35F38FD}" dt="2024-06-22T13:48:01.629" v="1699" actId="1076"/>
        <pc:sldMkLst>
          <pc:docMk/>
          <pc:sldMk cId="2107718895" sldId="264"/>
        </pc:sldMkLst>
        <pc:spChg chg="mod">
          <ac:chgData name="LEE EUNHASU" userId="d7de8a6ba7a8f04c" providerId="LiveId" clId="{49F6F253-87E6-4639-887D-E3D3F35F38FD}" dt="2024-06-22T13:45:48.575" v="1329" actId="20577"/>
          <ac:spMkLst>
            <pc:docMk/>
            <pc:sldMk cId="2107718895" sldId="264"/>
            <ac:spMk id="2" creationId="{E9F2ED96-2C1D-5843-5F74-5883A7368F74}"/>
          </ac:spMkLst>
        </pc:spChg>
        <pc:spChg chg="del">
          <ac:chgData name="LEE EUNHASU" userId="d7de8a6ba7a8f04c" providerId="LiveId" clId="{49F6F253-87E6-4639-887D-E3D3F35F38FD}" dt="2024-06-22T13:45:37.566" v="1293" actId="478"/>
          <ac:spMkLst>
            <pc:docMk/>
            <pc:sldMk cId="2107718895" sldId="264"/>
            <ac:spMk id="3" creationId="{C7AB7881-6B89-F384-B66D-FBF3987D1EE4}"/>
          </ac:spMkLst>
        </pc:spChg>
        <pc:picChg chg="add del">
          <ac:chgData name="LEE EUNHASU" userId="d7de8a6ba7a8f04c" providerId="LiveId" clId="{49F6F253-87E6-4639-887D-E3D3F35F38FD}" dt="2024-06-22T13:45:39.353" v="1295" actId="22"/>
          <ac:picMkLst>
            <pc:docMk/>
            <pc:sldMk cId="2107718895" sldId="264"/>
            <ac:picMk id="5" creationId="{1CD2794F-6F7B-8B6B-EA2E-33C0A8D4B3D9}"/>
          </ac:picMkLst>
        </pc:picChg>
        <pc:picChg chg="add mod">
          <ac:chgData name="LEE EUNHASU" userId="d7de8a6ba7a8f04c" providerId="LiveId" clId="{49F6F253-87E6-4639-887D-E3D3F35F38FD}" dt="2024-06-22T13:48:01.629" v="1699" actId="1076"/>
          <ac:picMkLst>
            <pc:docMk/>
            <pc:sldMk cId="2107718895" sldId="264"/>
            <ac:picMk id="6" creationId="{A39A24BC-AE46-4AB4-B93D-A7D3B602B068}"/>
          </ac:picMkLst>
        </pc:picChg>
      </pc:sldChg>
      <pc:sldChg chg="addSp delSp modSp new mod">
        <pc:chgData name="LEE EUNHASU" userId="d7de8a6ba7a8f04c" providerId="LiveId" clId="{49F6F253-87E6-4639-887D-E3D3F35F38FD}" dt="2024-06-22T13:50:27.460" v="1939" actId="1076"/>
        <pc:sldMkLst>
          <pc:docMk/>
          <pc:sldMk cId="687416004" sldId="265"/>
        </pc:sldMkLst>
        <pc:spChg chg="mod">
          <ac:chgData name="LEE EUNHASU" userId="d7de8a6ba7a8f04c" providerId="LiveId" clId="{49F6F253-87E6-4639-887D-E3D3F35F38FD}" dt="2024-06-22T13:49:58.161" v="1928" actId="20577"/>
          <ac:spMkLst>
            <pc:docMk/>
            <pc:sldMk cId="687416004" sldId="265"/>
            <ac:spMk id="2" creationId="{43145EE7-8C31-69F5-7E33-94AC5ACC14E1}"/>
          </ac:spMkLst>
        </pc:spChg>
        <pc:spChg chg="del">
          <ac:chgData name="LEE EUNHASU" userId="d7de8a6ba7a8f04c" providerId="LiveId" clId="{49F6F253-87E6-4639-887D-E3D3F35F38FD}" dt="2024-06-22T13:49:58.863" v="1929" actId="478"/>
          <ac:spMkLst>
            <pc:docMk/>
            <pc:sldMk cId="687416004" sldId="265"/>
            <ac:spMk id="3" creationId="{85944440-D2AE-1985-4DA1-8F695CA803FB}"/>
          </ac:spMkLst>
        </pc:spChg>
        <pc:spChg chg="add mod">
          <ac:chgData name="LEE EUNHASU" userId="d7de8a6ba7a8f04c" providerId="LiveId" clId="{49F6F253-87E6-4639-887D-E3D3F35F38FD}" dt="2024-06-22T13:50:08.232" v="1931" actId="1076"/>
          <ac:spMkLst>
            <pc:docMk/>
            <pc:sldMk cId="687416004" sldId="265"/>
            <ac:spMk id="5" creationId="{93293104-63D4-E2D3-DADC-6998B66F6120}"/>
          </ac:spMkLst>
        </pc:spChg>
        <pc:picChg chg="add mod">
          <ac:chgData name="LEE EUNHASU" userId="d7de8a6ba7a8f04c" providerId="LiveId" clId="{49F6F253-87E6-4639-887D-E3D3F35F38FD}" dt="2024-06-22T13:50:27.460" v="1939" actId="1076"/>
          <ac:picMkLst>
            <pc:docMk/>
            <pc:sldMk cId="687416004" sldId="265"/>
            <ac:picMk id="6" creationId="{ECE19EF6-C2B5-8EBE-EB1B-953FE3543522}"/>
          </ac:picMkLst>
        </pc:picChg>
        <pc:picChg chg="add mod">
          <ac:chgData name="LEE EUNHASU" userId="d7de8a6ba7a8f04c" providerId="LiveId" clId="{49F6F253-87E6-4639-887D-E3D3F35F38FD}" dt="2024-06-22T13:50:27.460" v="1939" actId="1076"/>
          <ac:picMkLst>
            <pc:docMk/>
            <pc:sldMk cId="687416004" sldId="265"/>
            <ac:picMk id="7" creationId="{AD2507F1-219B-7402-6982-1AEBB021E96D}"/>
          </ac:picMkLst>
        </pc:picChg>
      </pc:sldChg>
      <pc:sldChg chg="addSp delSp modSp new mod">
        <pc:chgData name="LEE EUNHASU" userId="d7de8a6ba7a8f04c" providerId="LiveId" clId="{49F6F253-87E6-4639-887D-E3D3F35F38FD}" dt="2024-06-22T13:50:44.147" v="1958" actId="1076"/>
        <pc:sldMkLst>
          <pc:docMk/>
          <pc:sldMk cId="492564421" sldId="266"/>
        </pc:sldMkLst>
        <pc:spChg chg="mod">
          <ac:chgData name="LEE EUNHASU" userId="d7de8a6ba7a8f04c" providerId="LiveId" clId="{49F6F253-87E6-4639-887D-E3D3F35F38FD}" dt="2024-06-22T13:50:42.383" v="1957" actId="20577"/>
          <ac:spMkLst>
            <pc:docMk/>
            <pc:sldMk cId="492564421" sldId="266"/>
            <ac:spMk id="2" creationId="{71908F14-8AC6-6741-1769-211D8C2EBDB7}"/>
          </ac:spMkLst>
        </pc:spChg>
        <pc:spChg chg="del">
          <ac:chgData name="LEE EUNHASU" userId="d7de8a6ba7a8f04c" providerId="LiveId" clId="{49F6F253-87E6-4639-887D-E3D3F35F38FD}" dt="2024-06-22T13:50:37.097" v="1941" actId="478"/>
          <ac:spMkLst>
            <pc:docMk/>
            <pc:sldMk cId="492564421" sldId="266"/>
            <ac:spMk id="3" creationId="{BD1E0E78-D19E-FA71-470E-AECE2D32F17D}"/>
          </ac:spMkLst>
        </pc:spChg>
        <pc:picChg chg="add mod">
          <ac:chgData name="LEE EUNHASU" userId="d7de8a6ba7a8f04c" providerId="LiveId" clId="{49F6F253-87E6-4639-887D-E3D3F35F38FD}" dt="2024-06-22T13:50:44.147" v="1958" actId="1076"/>
          <ac:picMkLst>
            <pc:docMk/>
            <pc:sldMk cId="492564421" sldId="266"/>
            <ac:picMk id="4" creationId="{AFBBC0D5-9900-840C-263D-2AFA7B414D78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E4BBEA-290B-48A2-A750-9020F85CCFE0}" type="doc">
      <dgm:prSet loTypeId="urn:microsoft.com/office/officeart/2005/8/layout/arrow2" loCatId="process" qsTypeId="urn:microsoft.com/office/officeart/2005/8/quickstyle/simple1" qsCatId="simple" csTypeId="urn:microsoft.com/office/officeart/2005/8/colors/accent1_2" csCatId="accent1" phldr="1"/>
      <dgm:spPr/>
    </dgm:pt>
    <dgm:pt modelId="{D5875CE1-D1F5-4CDC-B181-7FA1E124330F}">
      <dgm:prSet phldrT="[텍스트]" custT="1"/>
      <dgm:spPr/>
      <dgm:t>
        <a:bodyPr/>
        <a:lstStyle/>
        <a:p>
          <a:pPr latinLnBrk="1"/>
          <a:r>
            <a:rPr lang="ko-KR" altLang="en-US" sz="2000" b="1" dirty="0"/>
            <a:t>상품 </a:t>
          </a:r>
          <a:r>
            <a:rPr lang="ko-KR" altLang="en-US" sz="2000" b="1" dirty="0" err="1"/>
            <a:t>노출수</a:t>
          </a:r>
          <a:r>
            <a:rPr lang="ko-KR" altLang="en-US" sz="2000" b="1" dirty="0"/>
            <a:t> </a:t>
          </a:r>
          <a:endParaRPr lang="en-US" altLang="ko-KR" sz="2000" b="1" dirty="0"/>
        </a:p>
        <a:p>
          <a:pPr latinLnBrk="1"/>
          <a:r>
            <a:rPr lang="en-US" altLang="ko-KR" sz="2000" b="1" dirty="0"/>
            <a:t>27% </a:t>
          </a:r>
          <a:r>
            <a:rPr lang="ko-KR" altLang="en-US" sz="2000" b="1" dirty="0"/>
            <a:t>▲</a:t>
          </a:r>
        </a:p>
      </dgm:t>
    </dgm:pt>
    <dgm:pt modelId="{486DB6E6-6066-4DCA-ACEE-05529F503CFC}" type="parTrans" cxnId="{6FC07037-FFB8-4B85-8397-1E47B2B2A1BF}">
      <dgm:prSet/>
      <dgm:spPr/>
      <dgm:t>
        <a:bodyPr/>
        <a:lstStyle/>
        <a:p>
          <a:pPr latinLnBrk="1"/>
          <a:endParaRPr lang="ko-KR" altLang="en-US"/>
        </a:p>
      </dgm:t>
    </dgm:pt>
    <dgm:pt modelId="{0124FF07-FFC3-4D11-932A-BD4ED2E4B0AD}" type="sibTrans" cxnId="{6FC07037-FFB8-4B85-8397-1E47B2B2A1BF}">
      <dgm:prSet/>
      <dgm:spPr/>
      <dgm:t>
        <a:bodyPr/>
        <a:lstStyle/>
        <a:p>
          <a:pPr latinLnBrk="1"/>
          <a:endParaRPr lang="ko-KR" altLang="en-US"/>
        </a:p>
      </dgm:t>
    </dgm:pt>
    <dgm:pt modelId="{AABCFC48-2460-4FCE-BDC5-AC83D12FCEBD}">
      <dgm:prSet phldrT="[텍스트]" custT="1"/>
      <dgm:spPr/>
      <dgm:t>
        <a:bodyPr/>
        <a:lstStyle/>
        <a:p>
          <a:pPr latinLnBrk="1"/>
          <a:r>
            <a:rPr lang="ko-KR" altLang="en-US" sz="2000" b="1" dirty="0" err="1"/>
            <a:t>클릭수</a:t>
          </a:r>
          <a:r>
            <a:rPr lang="ko-KR" altLang="en-US" sz="2000" b="1" dirty="0"/>
            <a:t> </a:t>
          </a:r>
          <a:endParaRPr lang="en-US" altLang="ko-KR" sz="2000" b="1" dirty="0"/>
        </a:p>
        <a:p>
          <a:pPr latinLnBrk="1"/>
          <a:r>
            <a:rPr lang="en-US" altLang="ko-KR" sz="2000" b="1" dirty="0"/>
            <a:t>25% </a:t>
          </a:r>
          <a:r>
            <a:rPr lang="ko-KR" altLang="en-US" sz="2000" b="1" dirty="0"/>
            <a:t>▲</a:t>
          </a:r>
        </a:p>
      </dgm:t>
    </dgm:pt>
    <dgm:pt modelId="{7F8563BD-9002-4BCE-B5DB-4286416FCB16}" type="parTrans" cxnId="{BE8AF644-E15E-4CBB-9FB1-0E43EC0FC511}">
      <dgm:prSet/>
      <dgm:spPr/>
      <dgm:t>
        <a:bodyPr/>
        <a:lstStyle/>
        <a:p>
          <a:pPr latinLnBrk="1"/>
          <a:endParaRPr lang="ko-KR" altLang="en-US"/>
        </a:p>
      </dgm:t>
    </dgm:pt>
    <dgm:pt modelId="{0A3B104D-B38E-4182-90EE-D7DAEB952766}" type="sibTrans" cxnId="{BE8AF644-E15E-4CBB-9FB1-0E43EC0FC511}">
      <dgm:prSet/>
      <dgm:spPr/>
      <dgm:t>
        <a:bodyPr/>
        <a:lstStyle/>
        <a:p>
          <a:pPr latinLnBrk="1"/>
          <a:endParaRPr lang="ko-KR" altLang="en-US"/>
        </a:p>
      </dgm:t>
    </dgm:pt>
    <dgm:pt modelId="{25F1D0F9-943D-46C9-AD68-A9B45FE99815}">
      <dgm:prSet phldrT="[텍스트]" custT="1"/>
      <dgm:spPr/>
      <dgm:t>
        <a:bodyPr/>
        <a:lstStyle/>
        <a:p>
          <a:pPr latinLnBrk="1"/>
          <a:r>
            <a:rPr lang="ko-KR" altLang="en-US" sz="2000" b="1" dirty="0"/>
            <a:t>기여결제액</a:t>
          </a:r>
          <a:endParaRPr lang="en-US" altLang="ko-KR" sz="2000" b="1" dirty="0"/>
        </a:p>
        <a:p>
          <a:pPr latinLnBrk="1"/>
          <a:r>
            <a:rPr lang="en-US" altLang="ko-KR" sz="2000" b="1" dirty="0"/>
            <a:t>12% </a:t>
          </a:r>
          <a:r>
            <a:rPr lang="ko-KR" altLang="en-US" sz="2000" b="1" dirty="0"/>
            <a:t>▲</a:t>
          </a:r>
        </a:p>
      </dgm:t>
    </dgm:pt>
    <dgm:pt modelId="{CCAFD712-4C9F-4B17-A4E1-F4BCCED3104B}" type="parTrans" cxnId="{64E209C5-3307-48A6-93C2-616D713924AD}">
      <dgm:prSet/>
      <dgm:spPr/>
      <dgm:t>
        <a:bodyPr/>
        <a:lstStyle/>
        <a:p>
          <a:pPr latinLnBrk="1"/>
          <a:endParaRPr lang="ko-KR" altLang="en-US"/>
        </a:p>
      </dgm:t>
    </dgm:pt>
    <dgm:pt modelId="{FF9BA3FD-9F77-4C44-8D2E-4D094EB78348}" type="sibTrans" cxnId="{64E209C5-3307-48A6-93C2-616D713924AD}">
      <dgm:prSet/>
      <dgm:spPr/>
      <dgm:t>
        <a:bodyPr/>
        <a:lstStyle/>
        <a:p>
          <a:pPr latinLnBrk="1"/>
          <a:endParaRPr lang="ko-KR" altLang="en-US"/>
        </a:p>
      </dgm:t>
    </dgm:pt>
    <dgm:pt modelId="{38A1AB7C-8793-4AF9-A4BA-E3743BA59D82}" type="pres">
      <dgm:prSet presAssocID="{86E4BBEA-290B-48A2-A750-9020F85CCFE0}" presName="arrowDiagram" presStyleCnt="0">
        <dgm:presLayoutVars>
          <dgm:chMax val="5"/>
          <dgm:dir/>
          <dgm:resizeHandles val="exact"/>
        </dgm:presLayoutVars>
      </dgm:prSet>
      <dgm:spPr/>
    </dgm:pt>
    <dgm:pt modelId="{4D6D388D-CC5A-41D6-995D-2790D1D07914}" type="pres">
      <dgm:prSet presAssocID="{86E4BBEA-290B-48A2-A750-9020F85CCFE0}" presName="arrow" presStyleLbl="bgShp" presStyleIdx="0" presStyleCnt="1"/>
      <dgm:spPr/>
    </dgm:pt>
    <dgm:pt modelId="{269BCEA8-34EC-4391-881F-B0CAB2C2E571}" type="pres">
      <dgm:prSet presAssocID="{86E4BBEA-290B-48A2-A750-9020F85CCFE0}" presName="arrowDiagram3" presStyleCnt="0"/>
      <dgm:spPr/>
    </dgm:pt>
    <dgm:pt modelId="{00D52CEA-8914-445A-A026-8B05AD0739D2}" type="pres">
      <dgm:prSet presAssocID="{D5875CE1-D1F5-4CDC-B181-7FA1E124330F}" presName="bullet3a" presStyleLbl="node1" presStyleIdx="0" presStyleCnt="3"/>
      <dgm:spPr/>
    </dgm:pt>
    <dgm:pt modelId="{2D865E0E-9C4D-40C7-AE49-8531CCE04176}" type="pres">
      <dgm:prSet presAssocID="{D5875CE1-D1F5-4CDC-B181-7FA1E124330F}" presName="textBox3a" presStyleLbl="revTx" presStyleIdx="0" presStyleCnt="3" custScaleX="129021" custScaleY="94836" custLinFactNeighborX="26618" custLinFactNeighborY="-11274">
        <dgm:presLayoutVars>
          <dgm:bulletEnabled val="1"/>
        </dgm:presLayoutVars>
      </dgm:prSet>
      <dgm:spPr/>
    </dgm:pt>
    <dgm:pt modelId="{19D3A6AD-1320-4FC1-9D78-7507EB8662F2}" type="pres">
      <dgm:prSet presAssocID="{AABCFC48-2460-4FCE-BDC5-AC83D12FCEBD}" presName="bullet3b" presStyleLbl="node1" presStyleIdx="1" presStyleCnt="3"/>
      <dgm:spPr/>
    </dgm:pt>
    <dgm:pt modelId="{7D8D8E63-88BD-4FCE-A7C8-F11DB455AC5F}" type="pres">
      <dgm:prSet presAssocID="{AABCFC48-2460-4FCE-BDC5-AC83D12FCEBD}" presName="textBox3b" presStyleLbl="revTx" presStyleIdx="1" presStyleCnt="3">
        <dgm:presLayoutVars>
          <dgm:bulletEnabled val="1"/>
        </dgm:presLayoutVars>
      </dgm:prSet>
      <dgm:spPr/>
    </dgm:pt>
    <dgm:pt modelId="{CED3605E-1CFC-4CC4-AA03-D0F6153D8AF4}" type="pres">
      <dgm:prSet presAssocID="{25F1D0F9-943D-46C9-AD68-A9B45FE99815}" presName="bullet3c" presStyleLbl="node1" presStyleIdx="2" presStyleCnt="3"/>
      <dgm:spPr/>
    </dgm:pt>
    <dgm:pt modelId="{85F9D365-7C8B-4ED4-8DD6-949AEE30DE4A}" type="pres">
      <dgm:prSet presAssocID="{25F1D0F9-943D-46C9-AD68-A9B45FE99815}" presName="textBox3c" presStyleLbl="revTx" presStyleIdx="2" presStyleCnt="3">
        <dgm:presLayoutVars>
          <dgm:bulletEnabled val="1"/>
        </dgm:presLayoutVars>
      </dgm:prSet>
      <dgm:spPr/>
    </dgm:pt>
  </dgm:ptLst>
  <dgm:cxnLst>
    <dgm:cxn modelId="{D1034C30-7CB0-41B0-9521-B396AB46F2AE}" type="presOf" srcId="{D5875CE1-D1F5-4CDC-B181-7FA1E124330F}" destId="{2D865E0E-9C4D-40C7-AE49-8531CCE04176}" srcOrd="0" destOrd="0" presId="urn:microsoft.com/office/officeart/2005/8/layout/arrow2"/>
    <dgm:cxn modelId="{6FC07037-FFB8-4B85-8397-1E47B2B2A1BF}" srcId="{86E4BBEA-290B-48A2-A750-9020F85CCFE0}" destId="{D5875CE1-D1F5-4CDC-B181-7FA1E124330F}" srcOrd="0" destOrd="0" parTransId="{486DB6E6-6066-4DCA-ACEE-05529F503CFC}" sibTransId="{0124FF07-FFC3-4D11-932A-BD4ED2E4B0AD}"/>
    <dgm:cxn modelId="{BE8AF644-E15E-4CBB-9FB1-0E43EC0FC511}" srcId="{86E4BBEA-290B-48A2-A750-9020F85CCFE0}" destId="{AABCFC48-2460-4FCE-BDC5-AC83D12FCEBD}" srcOrd="1" destOrd="0" parTransId="{7F8563BD-9002-4BCE-B5DB-4286416FCB16}" sibTransId="{0A3B104D-B38E-4182-90EE-D7DAEB952766}"/>
    <dgm:cxn modelId="{549D705A-C09E-443E-8DB8-7DAD532B18E2}" type="presOf" srcId="{25F1D0F9-943D-46C9-AD68-A9B45FE99815}" destId="{85F9D365-7C8B-4ED4-8DD6-949AEE30DE4A}" srcOrd="0" destOrd="0" presId="urn:microsoft.com/office/officeart/2005/8/layout/arrow2"/>
    <dgm:cxn modelId="{8F679985-2710-42EF-8895-924296A0E09F}" type="presOf" srcId="{AABCFC48-2460-4FCE-BDC5-AC83D12FCEBD}" destId="{7D8D8E63-88BD-4FCE-A7C8-F11DB455AC5F}" srcOrd="0" destOrd="0" presId="urn:microsoft.com/office/officeart/2005/8/layout/arrow2"/>
    <dgm:cxn modelId="{64E209C5-3307-48A6-93C2-616D713924AD}" srcId="{86E4BBEA-290B-48A2-A750-9020F85CCFE0}" destId="{25F1D0F9-943D-46C9-AD68-A9B45FE99815}" srcOrd="2" destOrd="0" parTransId="{CCAFD712-4C9F-4B17-A4E1-F4BCCED3104B}" sibTransId="{FF9BA3FD-9F77-4C44-8D2E-4D094EB78348}"/>
    <dgm:cxn modelId="{2C58D8F8-1140-4F4F-9D2A-133794B03FE7}" type="presOf" srcId="{86E4BBEA-290B-48A2-A750-9020F85CCFE0}" destId="{38A1AB7C-8793-4AF9-A4BA-E3743BA59D82}" srcOrd="0" destOrd="0" presId="urn:microsoft.com/office/officeart/2005/8/layout/arrow2"/>
    <dgm:cxn modelId="{67EFB0EC-390E-47FB-8166-5539F79F698A}" type="presParOf" srcId="{38A1AB7C-8793-4AF9-A4BA-E3743BA59D82}" destId="{4D6D388D-CC5A-41D6-995D-2790D1D07914}" srcOrd="0" destOrd="0" presId="urn:microsoft.com/office/officeart/2005/8/layout/arrow2"/>
    <dgm:cxn modelId="{FCF74CAC-7262-4AE4-8825-CE482A9F6A1C}" type="presParOf" srcId="{38A1AB7C-8793-4AF9-A4BA-E3743BA59D82}" destId="{269BCEA8-34EC-4391-881F-B0CAB2C2E571}" srcOrd="1" destOrd="0" presId="urn:microsoft.com/office/officeart/2005/8/layout/arrow2"/>
    <dgm:cxn modelId="{A2831F51-8B6B-4D27-82C7-FEADB59E01DA}" type="presParOf" srcId="{269BCEA8-34EC-4391-881F-B0CAB2C2E571}" destId="{00D52CEA-8914-445A-A026-8B05AD0739D2}" srcOrd="0" destOrd="0" presId="urn:microsoft.com/office/officeart/2005/8/layout/arrow2"/>
    <dgm:cxn modelId="{C393FD1E-8720-4F23-94AC-CCF0402DE120}" type="presParOf" srcId="{269BCEA8-34EC-4391-881F-B0CAB2C2E571}" destId="{2D865E0E-9C4D-40C7-AE49-8531CCE04176}" srcOrd="1" destOrd="0" presId="urn:microsoft.com/office/officeart/2005/8/layout/arrow2"/>
    <dgm:cxn modelId="{DF160E00-334F-4FC1-B70B-7C39CC43115D}" type="presParOf" srcId="{269BCEA8-34EC-4391-881F-B0CAB2C2E571}" destId="{19D3A6AD-1320-4FC1-9D78-7507EB8662F2}" srcOrd="2" destOrd="0" presId="urn:microsoft.com/office/officeart/2005/8/layout/arrow2"/>
    <dgm:cxn modelId="{2479796B-D62D-489F-B3FC-D78199F906A3}" type="presParOf" srcId="{269BCEA8-34EC-4391-881F-B0CAB2C2E571}" destId="{7D8D8E63-88BD-4FCE-A7C8-F11DB455AC5F}" srcOrd="3" destOrd="0" presId="urn:microsoft.com/office/officeart/2005/8/layout/arrow2"/>
    <dgm:cxn modelId="{275FC142-E27B-403D-B1C5-A569816A327E}" type="presParOf" srcId="{269BCEA8-34EC-4391-881F-B0CAB2C2E571}" destId="{CED3605E-1CFC-4CC4-AA03-D0F6153D8AF4}" srcOrd="4" destOrd="0" presId="urn:microsoft.com/office/officeart/2005/8/layout/arrow2"/>
    <dgm:cxn modelId="{E05D7B21-AFF1-40A7-A15E-80980015ECC7}" type="presParOf" srcId="{269BCEA8-34EC-4391-881F-B0CAB2C2E571}" destId="{85F9D365-7C8B-4ED4-8DD6-949AEE30DE4A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6D388D-CC5A-41D6-995D-2790D1D07914}">
      <dsp:nvSpPr>
        <dsp:cNvPr id="0" name=""/>
        <dsp:cNvSpPr/>
      </dsp:nvSpPr>
      <dsp:spPr>
        <a:xfrm>
          <a:off x="2695" y="0"/>
          <a:ext cx="6325892" cy="3953683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D52CEA-8914-445A-A026-8B05AD0739D2}">
      <dsp:nvSpPr>
        <dsp:cNvPr id="0" name=""/>
        <dsp:cNvSpPr/>
      </dsp:nvSpPr>
      <dsp:spPr>
        <a:xfrm>
          <a:off x="806083" y="2728832"/>
          <a:ext cx="164473" cy="16447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865E0E-9C4D-40C7-AE49-8531CCE04176}">
      <dsp:nvSpPr>
        <dsp:cNvPr id="0" name=""/>
        <dsp:cNvSpPr/>
      </dsp:nvSpPr>
      <dsp:spPr>
        <a:xfrm>
          <a:off x="1066777" y="2711752"/>
          <a:ext cx="1901683" cy="10836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151" tIns="0" rIns="0" bIns="0" numCol="1" spcCol="1270" anchor="t" anchorCtr="0">
          <a:noAutofit/>
        </a:bodyPr>
        <a:lstStyle/>
        <a:p>
          <a:pPr marL="0" lvl="0" indent="0" algn="l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b="1" kern="1200" dirty="0"/>
            <a:t>상품 </a:t>
          </a:r>
          <a:r>
            <a:rPr lang="ko-KR" altLang="en-US" sz="2000" b="1" kern="1200" dirty="0" err="1"/>
            <a:t>노출수</a:t>
          </a:r>
          <a:r>
            <a:rPr lang="ko-KR" altLang="en-US" sz="2000" b="1" kern="1200" dirty="0"/>
            <a:t> </a:t>
          </a:r>
          <a:endParaRPr lang="en-US" altLang="ko-KR" sz="2000" b="1" kern="1200" dirty="0"/>
        </a:p>
        <a:p>
          <a:pPr marL="0" lvl="0" indent="0" algn="l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b="1" kern="1200" dirty="0"/>
            <a:t>27% </a:t>
          </a:r>
          <a:r>
            <a:rPr lang="ko-KR" altLang="en-US" sz="2000" b="1" kern="1200" dirty="0"/>
            <a:t>▲</a:t>
          </a:r>
        </a:p>
      </dsp:txBody>
      <dsp:txXfrm>
        <a:off x="1066777" y="2711752"/>
        <a:ext cx="1901683" cy="1083609"/>
      </dsp:txXfrm>
    </dsp:sp>
    <dsp:sp modelId="{19D3A6AD-1320-4FC1-9D78-7507EB8662F2}">
      <dsp:nvSpPr>
        <dsp:cNvPr id="0" name=""/>
        <dsp:cNvSpPr/>
      </dsp:nvSpPr>
      <dsp:spPr>
        <a:xfrm>
          <a:off x="2257876" y="1654220"/>
          <a:ext cx="297316" cy="29731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8D8E63-88BD-4FCE-A7C8-F11DB455AC5F}">
      <dsp:nvSpPr>
        <dsp:cNvPr id="0" name=""/>
        <dsp:cNvSpPr/>
      </dsp:nvSpPr>
      <dsp:spPr>
        <a:xfrm>
          <a:off x="2406534" y="1802879"/>
          <a:ext cx="1518214" cy="2150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542" tIns="0" rIns="0" bIns="0" numCol="1" spcCol="1270" anchor="t" anchorCtr="0">
          <a:noAutofit/>
        </a:bodyPr>
        <a:lstStyle/>
        <a:p>
          <a:pPr marL="0" lvl="0" indent="0" algn="l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b="1" kern="1200" dirty="0" err="1"/>
            <a:t>클릭수</a:t>
          </a:r>
          <a:r>
            <a:rPr lang="ko-KR" altLang="en-US" sz="2000" b="1" kern="1200" dirty="0"/>
            <a:t> </a:t>
          </a:r>
          <a:endParaRPr lang="en-US" altLang="ko-KR" sz="2000" b="1" kern="1200" dirty="0"/>
        </a:p>
        <a:p>
          <a:pPr marL="0" lvl="0" indent="0" algn="l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b="1" kern="1200" dirty="0"/>
            <a:t>25% </a:t>
          </a:r>
          <a:r>
            <a:rPr lang="ko-KR" altLang="en-US" sz="2000" b="1" kern="1200" dirty="0"/>
            <a:t>▲</a:t>
          </a:r>
        </a:p>
      </dsp:txBody>
      <dsp:txXfrm>
        <a:off x="2406534" y="1802879"/>
        <a:ext cx="1518214" cy="2150803"/>
      </dsp:txXfrm>
    </dsp:sp>
    <dsp:sp modelId="{CED3605E-1CFC-4CC4-AA03-D0F6153D8AF4}">
      <dsp:nvSpPr>
        <dsp:cNvPr id="0" name=""/>
        <dsp:cNvSpPr/>
      </dsp:nvSpPr>
      <dsp:spPr>
        <a:xfrm>
          <a:off x="4003822" y="1000281"/>
          <a:ext cx="411183" cy="41118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F9D365-7C8B-4ED4-8DD6-949AEE30DE4A}">
      <dsp:nvSpPr>
        <dsp:cNvPr id="0" name=""/>
        <dsp:cNvSpPr/>
      </dsp:nvSpPr>
      <dsp:spPr>
        <a:xfrm>
          <a:off x="4209414" y="1205873"/>
          <a:ext cx="1518214" cy="2747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7877" tIns="0" rIns="0" bIns="0" numCol="1" spcCol="1270" anchor="t" anchorCtr="0">
          <a:noAutofit/>
        </a:bodyPr>
        <a:lstStyle/>
        <a:p>
          <a:pPr marL="0" lvl="0" indent="0" algn="l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b="1" kern="1200" dirty="0"/>
            <a:t>기여결제액</a:t>
          </a:r>
          <a:endParaRPr lang="en-US" altLang="ko-KR" sz="2000" b="1" kern="1200" dirty="0"/>
        </a:p>
        <a:p>
          <a:pPr marL="0" lvl="0" indent="0" algn="l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b="1" kern="1200" dirty="0"/>
            <a:t>12% </a:t>
          </a:r>
          <a:r>
            <a:rPr lang="ko-KR" altLang="en-US" sz="2000" b="1" kern="1200" dirty="0"/>
            <a:t>▲</a:t>
          </a:r>
        </a:p>
      </dsp:txBody>
      <dsp:txXfrm>
        <a:off x="4209414" y="1205873"/>
        <a:ext cx="1518214" cy="27478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33821-597E-4B4F-8572-5DA1CB183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950976"/>
            <a:ext cx="6509385" cy="3556730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38D70-8FF5-47D7-A0DD-087A227BC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572000"/>
            <a:ext cx="6481953" cy="1485900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5B485-516D-48B7-AF1D-69AEEA35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6/22/2024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14DDB-2831-4FF8-9DA7-0449659D7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178F6-65BA-4964-80E2-DB6EA3355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113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45AC-24E0-45A1-90C3-7BF96C3F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018E1-7CA3-4B5E-9683-554FDFC63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5D32D-7150-4DF2-B992-A2B4F5605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6/22/2024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03F0C-FCA3-464C-B6ED-864DB51E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41006-DAE1-4326-B1AE-FD527A653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534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B84-BE32-464A-A765-975C21B5C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923" y="952500"/>
            <a:ext cx="6678695" cy="3962398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145C2-97CF-4887-904A-8ADC80525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3860" y="952501"/>
            <a:ext cx="3500440" cy="3962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24559-DA32-4398-A8EE-EED2469D6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6/22/2024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67BE1-F1AC-4732-B52E-1C7D63DE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13C03-DDF0-48C6-B1BF-D28875F8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641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F411-42B3-4A17-BE7E-861BE7E7D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E0603-F4C0-40AC-A53E-40449D53D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C5634-2887-4182-A9BE-B382357D4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928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B6E74-28E1-4684-B515-4265ED7B1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6/22/2024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375EA-A8F8-485D-A82F-CD85D4C9E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9E4B0-F5E3-407F-A548-B616E774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133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161A-7627-4D64-AF08-10D702AFE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59" y="950976"/>
            <a:ext cx="10802729" cy="8817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B6884-07D8-4CC4-BE99-516F1433B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2918" y="1832772"/>
            <a:ext cx="5281507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82C638-B5A8-4F8C-85AE-33BEAF54C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640" y="2600531"/>
            <a:ext cx="528150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0D1933-A703-4BDC-A697-728E899EED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927" y="1832772"/>
            <a:ext cx="5283202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25DBD-4D51-4A2D-B1E4-6D094CD1E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927" y="2600531"/>
            <a:ext cx="52832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2636E2-E26E-42F7-9E05-3F756C7D1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6/22/2024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7281B-0E5C-421E-AFFE-775F57C5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83462-E410-4DC7-AE53-27AABECF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871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CFA68-31B5-48C5-929A-842FDF0FD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2600-419E-46E9-946F-FBDEDBA1D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6/22/2024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5F9A9-98FF-4653-A570-9F351A1AB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44457-95F1-4B15-A647-B14F91F7A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335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9EABA-1008-4E49-9184-3A946ECD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6/22/2024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5C3BD0-269D-4127-B5F7-84B0D8A7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23447-C740-4495-93EC-7252B1B92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68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D1155-71E7-4F0A-BB62-933743CF6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52500"/>
            <a:ext cx="4124084" cy="2362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B6D44-5A1E-4176-8766-4B81E045D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0700" y="952500"/>
            <a:ext cx="5934074" cy="49085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10EC6-11DD-4B5D-A2D2-4DCF73E58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DFCDF-666E-4DB4-A1C0-79D40A00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6/22/2024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A69AC-15E6-4B19-A59D-DBDBE923D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9F0EE-74DE-4FEC-81E9-E40D53397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23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CA4F-6508-4AD6-8367-A0288D888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952500"/>
            <a:ext cx="4124084" cy="239791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06BFCD-2F93-4D99-89EA-F0359FB782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2119" y="987425"/>
            <a:ext cx="602218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4C1F7-1272-41C8-8C29-676316D02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DD491-0FE6-4B42-AAA6-B698E46F1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6/22/2024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8F83F-4E9F-4607-A69B-DFC932560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24484-C6E4-4D8A-BDAB-09B1FBB43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625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07F1B-6F93-4E6E-8C8C-D01A9DEB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7D2968-FE85-492F-A77B-1771F4EAA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8641" y="2028826"/>
            <a:ext cx="11094348" cy="402907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92DA2-B1FB-45C6-B10C-141AC2BFB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6/22/2024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A6D78-CE47-4CA7-B3B6-AFAE5175F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DC5C0-8780-4819-A8FC-32A0141D2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83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B8F9A8-05F2-4F79-B689-1FA2F3196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472612" y="952499"/>
            <a:ext cx="2207417" cy="51054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D615BC-61CD-4D59-8E85-B59072E2B2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7924" y="952499"/>
            <a:ext cx="8914688" cy="51054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81C46-8CC0-4B79-AF2E-84C86C6A8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6/22/2024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76817-4D29-4888-B68C-A35F5A069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0B21A-30A9-4173-9E3F-D985B86A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793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90E843-90BA-4A7D-8F9F-FFE49387A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950976"/>
            <a:ext cx="10995659" cy="10778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7CA62-9B55-49B4-94B6-EAAF7D5AE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1" y="2028826"/>
            <a:ext cx="10995660" cy="4029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CEA03-AAFA-4A69-A3DA-1DD0EF273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88729" y="6449535"/>
            <a:ext cx="2983095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6/22/2024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97F43-1ECB-4FC2-863E-26CEE24A00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7924" y="1737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7F9D8-4B2E-4871-B2AE-EFC06BE23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10710" y="6449535"/>
            <a:ext cx="932279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2919E4-C488-4107-9EF1-66152F848008}"/>
              </a:ext>
            </a:extLst>
          </p:cNvPr>
          <p:cNvCxnSpPr>
            <a:cxnSpLocks/>
          </p:cNvCxnSpPr>
          <p:nvPr/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F79732-4088-424C-A653-4534E4389443}"/>
              </a:ext>
            </a:extLst>
          </p:cNvPr>
          <p:cNvCxnSpPr>
            <a:cxnSpLocks/>
          </p:cNvCxnSpPr>
          <p:nvPr/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6204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62" r:id="rId5"/>
    <p:sldLayoutId id="2147483667" r:id="rId6"/>
    <p:sldLayoutId id="2147483663" r:id="rId7"/>
    <p:sldLayoutId id="2147483664" r:id="rId8"/>
    <p:sldLayoutId id="2147483665" r:id="rId9"/>
    <p:sldLayoutId id="2147483666" r:id="rId10"/>
    <p:sldLayoutId id="214748366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2919E4-C488-4107-9EF1-66152F848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BF79732-4088-424C-A653-4534E4389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00A26AB-E1BA-4180-829A-BF134BA81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1" descr="하얀 표면에 반짝이는 색깔들">
            <a:extLst>
              <a:ext uri="{FF2B5EF4-FFF2-40B4-BE49-F238E27FC236}">
                <a16:creationId xmlns:a16="http://schemas.microsoft.com/office/drawing/2014/main" id="{D5AAD0ED-AAB0-4330-CBE8-729D4BF482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97" b="2260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498A24E-F6AC-42A6-8BC2-1A91D9768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679D7AD-A487-4DDE-950D-32D24100B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924B0F4-7134-02B1-0EB3-BD9E297D35C8}"/>
              </a:ext>
            </a:extLst>
          </p:cNvPr>
          <p:cNvSpPr txBox="1"/>
          <p:nvPr/>
        </p:nvSpPr>
        <p:spPr>
          <a:xfrm>
            <a:off x="6511636" y="966821"/>
            <a:ext cx="48213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b="1" dirty="0"/>
              <a:t>LLM </a:t>
            </a:r>
            <a:r>
              <a:rPr lang="ko-KR" altLang="en-US" sz="2800" b="1" dirty="0"/>
              <a:t>솔루션 실제 사례</a:t>
            </a:r>
          </a:p>
        </p:txBody>
      </p:sp>
    </p:spTree>
    <p:extLst>
      <p:ext uri="{BB962C8B-B14F-4D97-AF65-F5344CB8AC3E}">
        <p14:creationId xmlns:p14="http://schemas.microsoft.com/office/powerpoint/2010/main" val="1887218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BC4B85-8B7F-D1F5-CC2B-73B2E2234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950976"/>
            <a:ext cx="10995659" cy="1077850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AICC (AI Contact Center)</a:t>
            </a:r>
            <a:br>
              <a:rPr lang="en-US" altLang="ko-KR" dirty="0"/>
            </a:br>
            <a:r>
              <a:rPr lang="en-US" altLang="ko-KR" sz="3100" dirty="0"/>
              <a:t>: </a:t>
            </a:r>
            <a:r>
              <a:rPr lang="ko-KR" altLang="en-US" sz="3100" dirty="0"/>
              <a:t>반복 업무</a:t>
            </a:r>
            <a:r>
              <a:rPr lang="en-US" altLang="ko-KR" sz="3100" dirty="0"/>
              <a:t>, </a:t>
            </a:r>
            <a:r>
              <a:rPr lang="ko-KR" altLang="en-US" sz="3100" dirty="0"/>
              <a:t>감정 노동 업무에 인공지능을 도입하여 음성 인식</a:t>
            </a:r>
            <a:r>
              <a:rPr lang="en-US" altLang="ko-KR" sz="3100" dirty="0"/>
              <a:t>, </a:t>
            </a:r>
            <a:r>
              <a:rPr lang="ko-KR" altLang="en-US" sz="3100" dirty="0"/>
              <a:t>합성</a:t>
            </a:r>
            <a:r>
              <a:rPr lang="en-US" altLang="ko-KR" sz="3100" dirty="0"/>
              <a:t>, </a:t>
            </a:r>
            <a:r>
              <a:rPr lang="ko-KR" altLang="en-US" sz="3100" dirty="0"/>
              <a:t>문장 분석</a:t>
            </a:r>
            <a:r>
              <a:rPr lang="en-US" altLang="ko-KR" sz="3100" dirty="0"/>
              <a:t>, </a:t>
            </a:r>
            <a:r>
              <a:rPr lang="ko-KR" altLang="en-US" sz="3100" dirty="0"/>
              <a:t>자연어 대화 등을 통해 단순 노무 업무를 대신 하는 것</a:t>
            </a:r>
            <a:r>
              <a:rPr lang="en-US" altLang="ko-KR" sz="3100" dirty="0"/>
              <a:t>.</a:t>
            </a:r>
            <a:endParaRPr lang="ko-KR" altLang="en-US" sz="3100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3568E08-CECC-F719-D2B3-450195526FAC}"/>
              </a:ext>
            </a:extLst>
          </p:cNvPr>
          <p:cNvSpPr/>
          <p:nvPr/>
        </p:nvSpPr>
        <p:spPr>
          <a:xfrm>
            <a:off x="420302" y="3386299"/>
            <a:ext cx="3686477" cy="10778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본인인증 시간 평균 </a:t>
            </a:r>
            <a:r>
              <a:rPr lang="en-US" altLang="ko-KR" dirty="0"/>
              <a:t>19</a:t>
            </a:r>
            <a:r>
              <a:rPr lang="ko-KR" altLang="en-US" dirty="0"/>
              <a:t>초</a:t>
            </a:r>
            <a:r>
              <a:rPr lang="en-US" altLang="ko-KR" dirty="0"/>
              <a:t>,</a:t>
            </a:r>
          </a:p>
          <a:p>
            <a:pPr algn="ctr"/>
            <a:r>
              <a:rPr lang="ko-KR" altLang="en-US" dirty="0" err="1"/>
              <a:t>재상담</a:t>
            </a:r>
            <a:r>
              <a:rPr lang="ko-KR" altLang="en-US" dirty="0"/>
              <a:t> 횟수 월 </a:t>
            </a:r>
            <a:r>
              <a:rPr lang="en-US" altLang="ko-KR" dirty="0"/>
              <a:t>17</a:t>
            </a:r>
            <a:r>
              <a:rPr lang="ko-KR" altLang="en-US" dirty="0" err="1"/>
              <a:t>만건</a:t>
            </a:r>
            <a:r>
              <a:rPr lang="ko-KR" altLang="en-US" dirty="0"/>
              <a:t> 감소</a:t>
            </a:r>
            <a:endParaRPr lang="en-US" altLang="ko-KR" dirty="0"/>
          </a:p>
          <a:p>
            <a:pPr algn="ctr"/>
            <a:r>
              <a:rPr lang="ko-KR" altLang="en-US" dirty="0"/>
              <a:t>콜센터 운영비용 </a:t>
            </a:r>
            <a:r>
              <a:rPr lang="ko-KR" altLang="en-US" dirty="0" err="1"/>
              <a:t>연대비</a:t>
            </a:r>
            <a:r>
              <a:rPr lang="ko-KR" altLang="en-US" dirty="0"/>
              <a:t> </a:t>
            </a:r>
            <a:r>
              <a:rPr lang="en-US" altLang="ko-KR" dirty="0"/>
              <a:t>8% </a:t>
            </a:r>
            <a:r>
              <a:rPr lang="ko-KR" altLang="en-US" dirty="0"/>
              <a:t>절감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275DA4-07ED-A89F-FA83-BD409FB67E07}"/>
              </a:ext>
            </a:extLst>
          </p:cNvPr>
          <p:cNvSpPr txBox="1"/>
          <p:nvPr/>
        </p:nvSpPr>
        <p:spPr>
          <a:xfrm>
            <a:off x="2021305" y="2760657"/>
            <a:ext cx="6898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KT</a:t>
            </a:r>
            <a:endParaRPr lang="ko-KR" alt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AF1D30-76E5-4428-5DCE-A575BCF458C4}"/>
              </a:ext>
            </a:extLst>
          </p:cNvPr>
          <p:cNvSpPr txBox="1"/>
          <p:nvPr/>
        </p:nvSpPr>
        <p:spPr>
          <a:xfrm>
            <a:off x="786063" y="4706695"/>
            <a:ext cx="31602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800" dirty="0"/>
              <a:t>24</a:t>
            </a:r>
            <a:r>
              <a:rPr lang="ko-KR" altLang="en-US" sz="1800" dirty="0"/>
              <a:t>시간 </a:t>
            </a:r>
            <a:r>
              <a:rPr lang="en-US" altLang="ko-KR" sz="1800" dirty="0"/>
              <a:t>365</a:t>
            </a:r>
            <a:r>
              <a:rPr lang="ko-KR" altLang="en-US" sz="1800" dirty="0"/>
              <a:t>일 상담 가능</a:t>
            </a:r>
            <a:endParaRPr lang="en-US" altLang="ko-KR" sz="1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/>
              <a:t>음성 인식 도입 가능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 err="1"/>
              <a:t>챗봇</a:t>
            </a:r>
            <a:r>
              <a:rPr lang="ko-KR" altLang="en-US" dirty="0"/>
              <a:t> 도입 가능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/>
              <a:t>다국어 지원 가능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72742E1-1378-7982-DAA2-1306ECDEEC8E}"/>
              </a:ext>
            </a:extLst>
          </p:cNvPr>
          <p:cNvSpPr/>
          <p:nvPr/>
        </p:nvSpPr>
        <p:spPr>
          <a:xfrm>
            <a:off x="8150993" y="3386299"/>
            <a:ext cx="3526055" cy="10778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각 </a:t>
            </a:r>
            <a:r>
              <a:rPr lang="ko-KR" altLang="en-US" dirty="0" err="1"/>
              <a:t>차량별</a:t>
            </a:r>
            <a:r>
              <a:rPr lang="ko-KR" altLang="en-US" dirty="0"/>
              <a:t> 개인 </a:t>
            </a:r>
            <a:r>
              <a:rPr lang="en-US" altLang="ko-KR" dirty="0"/>
              <a:t>UX</a:t>
            </a:r>
          </a:p>
          <a:p>
            <a:pPr algn="ctr"/>
            <a:r>
              <a:rPr lang="ko-KR" altLang="en-US" dirty="0"/>
              <a:t>음성 인식을 통한 지원 및 차량 제어</a:t>
            </a:r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660A88-7B41-AD1C-9E02-13040C1FD247}"/>
              </a:ext>
            </a:extLst>
          </p:cNvPr>
          <p:cNvSpPr txBox="1"/>
          <p:nvPr/>
        </p:nvSpPr>
        <p:spPr>
          <a:xfrm>
            <a:off x="8563274" y="2432192"/>
            <a:ext cx="27945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/>
              <a:t>폭스바겐 </a:t>
            </a:r>
            <a:r>
              <a:rPr lang="en-US" altLang="ko-KR" sz="2800" b="1" dirty="0"/>
              <a:t>IDA</a:t>
            </a:r>
          </a:p>
          <a:p>
            <a:pPr algn="ctr"/>
            <a:r>
              <a:rPr lang="ko-KR" altLang="en-US" sz="2800" b="1" dirty="0"/>
              <a:t>메르세데스</a:t>
            </a:r>
            <a:r>
              <a:rPr lang="en-US" altLang="ko-KR" sz="2800" b="1" dirty="0"/>
              <a:t>-</a:t>
            </a:r>
            <a:r>
              <a:rPr lang="ko-KR" altLang="en-US" sz="2800" b="1" dirty="0"/>
              <a:t>벤츠</a:t>
            </a:r>
            <a:endParaRPr lang="ko-KR" alt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94A91F-43F2-891A-CBFB-C7B0FED073C6}"/>
              </a:ext>
            </a:extLst>
          </p:cNvPr>
          <p:cNvSpPr txBox="1"/>
          <p:nvPr/>
        </p:nvSpPr>
        <p:spPr>
          <a:xfrm>
            <a:off x="8516754" y="4706695"/>
            <a:ext cx="316029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800" dirty="0"/>
              <a:t>목적지 검색</a:t>
            </a:r>
            <a:r>
              <a:rPr lang="en-US" altLang="ko-KR" sz="1800" dirty="0"/>
              <a:t>, </a:t>
            </a:r>
            <a:r>
              <a:rPr lang="ko-KR" altLang="en-US" sz="1800" dirty="0"/>
              <a:t>에어컨 </a:t>
            </a:r>
            <a:r>
              <a:rPr lang="en-US" altLang="ko-KR" sz="1800" dirty="0"/>
              <a:t>ON/OFF, </a:t>
            </a:r>
            <a:r>
              <a:rPr lang="ko-KR" altLang="en-US" sz="1800" dirty="0"/>
              <a:t>블루투스 연결</a:t>
            </a:r>
            <a:r>
              <a:rPr lang="en-US" altLang="ko-KR" dirty="0"/>
              <a:t> </a:t>
            </a:r>
            <a:r>
              <a:rPr lang="ko-KR" altLang="en-US" dirty="0"/>
              <a:t>등 기타 차량 제어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/>
              <a:t>검색된 컨텐츠 확인</a:t>
            </a:r>
            <a:r>
              <a:rPr lang="en-US" altLang="ko-KR" dirty="0"/>
              <a:t>, </a:t>
            </a:r>
            <a:r>
              <a:rPr lang="ko-KR" altLang="en-US" dirty="0" err="1"/>
              <a:t>챗</a:t>
            </a:r>
            <a:r>
              <a:rPr lang="en-US" altLang="ko-KR" dirty="0"/>
              <a:t>GPT </a:t>
            </a:r>
            <a:r>
              <a:rPr lang="ko-KR" altLang="en-US" dirty="0"/>
              <a:t>통합</a:t>
            </a:r>
            <a:r>
              <a:rPr lang="en-US" altLang="ko-KR" dirty="0"/>
              <a:t>, </a:t>
            </a:r>
            <a:r>
              <a:rPr lang="ko-KR" altLang="en-US" dirty="0"/>
              <a:t>네비게이션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1F5E8E1-A059-1BED-219A-5637A083AACC}"/>
              </a:ext>
            </a:extLst>
          </p:cNvPr>
          <p:cNvSpPr/>
          <p:nvPr/>
        </p:nvSpPr>
        <p:spPr>
          <a:xfrm>
            <a:off x="4365858" y="3386299"/>
            <a:ext cx="3526055" cy="10778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마음</a:t>
            </a:r>
            <a:r>
              <a:rPr lang="en-US" altLang="ko-KR" dirty="0"/>
              <a:t>AI CS </a:t>
            </a:r>
            <a:r>
              <a:rPr lang="ko-KR" altLang="en-US" dirty="0" err="1"/>
              <a:t>음성봇</a:t>
            </a:r>
            <a:r>
              <a:rPr lang="ko-KR" altLang="en-US" dirty="0"/>
              <a:t> 도입</a:t>
            </a:r>
            <a:endParaRPr lang="en-US" altLang="ko-KR" dirty="0"/>
          </a:p>
          <a:p>
            <a:pPr marL="285750" indent="-285750" algn="ctr">
              <a:buFontTx/>
              <a:buChar char="-"/>
            </a:pPr>
            <a:r>
              <a:rPr lang="ko-KR" altLang="en-US" dirty="0"/>
              <a:t>사고초기 </a:t>
            </a:r>
            <a:r>
              <a:rPr lang="ko-KR" altLang="en-US" dirty="0" err="1"/>
              <a:t>안심콜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/>
              <a:t>보상 진행사항</a:t>
            </a:r>
            <a:endParaRPr lang="en-US" altLang="ko-K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587147-25EC-559E-D2F8-10F785E6BE79}"/>
              </a:ext>
            </a:extLst>
          </p:cNvPr>
          <p:cNvSpPr txBox="1"/>
          <p:nvPr/>
        </p:nvSpPr>
        <p:spPr>
          <a:xfrm>
            <a:off x="5341218" y="2741806"/>
            <a:ext cx="2184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/>
              <a:t>현대해상</a:t>
            </a:r>
            <a:endParaRPr lang="ko-KR" alt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2210AF-FCDB-3AC9-60CD-66BC4E5F313D}"/>
              </a:ext>
            </a:extLst>
          </p:cNvPr>
          <p:cNvSpPr txBox="1"/>
          <p:nvPr/>
        </p:nvSpPr>
        <p:spPr>
          <a:xfrm>
            <a:off x="4731619" y="4706695"/>
            <a:ext cx="31602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800" dirty="0"/>
              <a:t>서비스 안내 누락 감소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/>
              <a:t>개인화 정보 안내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/>
              <a:t>운전자 </a:t>
            </a:r>
            <a:r>
              <a:rPr lang="en-US" altLang="ko-KR" dirty="0"/>
              <a:t>/ </a:t>
            </a:r>
            <a:r>
              <a:rPr lang="ko-KR" altLang="en-US" dirty="0"/>
              <a:t>피해자 안내 별도</a:t>
            </a:r>
          </a:p>
        </p:txBody>
      </p:sp>
    </p:spTree>
    <p:extLst>
      <p:ext uri="{BB962C8B-B14F-4D97-AF65-F5344CB8AC3E}">
        <p14:creationId xmlns:p14="http://schemas.microsoft.com/office/powerpoint/2010/main" val="2204308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D6C0B6-1DD6-CE34-2792-7A65911DA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AICC (AI Contact Center)</a:t>
            </a:r>
            <a:endParaRPr lang="ko-KR" altLang="en-US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7830115-367D-B407-6E64-CBC17540EE72}"/>
              </a:ext>
            </a:extLst>
          </p:cNvPr>
          <p:cNvSpPr/>
          <p:nvPr/>
        </p:nvSpPr>
        <p:spPr>
          <a:xfrm>
            <a:off x="978568" y="1860884"/>
            <a:ext cx="3240506" cy="9625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신한금융그룹 </a:t>
            </a:r>
            <a:endParaRPr lang="en-US" altLang="ko-KR" dirty="0"/>
          </a:p>
          <a:p>
            <a:pPr algn="ctr"/>
            <a:r>
              <a:rPr lang="ko-KR" altLang="en-US" dirty="0"/>
              <a:t>통합 </a:t>
            </a:r>
            <a:r>
              <a:rPr lang="en-US" altLang="ko-KR" dirty="0"/>
              <a:t>AI </a:t>
            </a:r>
            <a:r>
              <a:rPr lang="ko-KR" altLang="en-US" dirty="0"/>
              <a:t>콜센터 구축 사업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7159FEC-F969-9470-5E28-C4DB684A8AEA}"/>
              </a:ext>
            </a:extLst>
          </p:cNvPr>
          <p:cNvSpPr/>
          <p:nvPr/>
        </p:nvSpPr>
        <p:spPr>
          <a:xfrm>
            <a:off x="978568" y="2954776"/>
            <a:ext cx="3240506" cy="9625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KB</a:t>
            </a:r>
            <a:r>
              <a:rPr lang="ko-KR" altLang="en-US" dirty="0"/>
              <a:t> </a:t>
            </a:r>
            <a:r>
              <a:rPr lang="ko-KR" altLang="en-US" dirty="0" err="1"/>
              <a:t>퓨처</a:t>
            </a:r>
            <a:r>
              <a:rPr lang="ko-KR" altLang="en-US" dirty="0"/>
              <a:t> </a:t>
            </a:r>
            <a:r>
              <a:rPr lang="ko-KR" altLang="en-US" dirty="0" err="1"/>
              <a:t>컨텍센터</a:t>
            </a:r>
            <a:r>
              <a:rPr lang="ko-KR" altLang="en-US" dirty="0"/>
              <a:t> </a:t>
            </a:r>
            <a:r>
              <a:rPr lang="ko-KR" altLang="en-US" dirty="0" err="1"/>
              <a:t>콜인프라</a:t>
            </a:r>
            <a:r>
              <a:rPr lang="ko-KR" altLang="en-US" dirty="0"/>
              <a:t> 구축사업</a:t>
            </a:r>
            <a:endParaRPr lang="en-US" altLang="ko-KR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056C187-8BF3-B370-0E8D-E9A8119F2C98}"/>
              </a:ext>
            </a:extLst>
          </p:cNvPr>
          <p:cNvSpPr/>
          <p:nvPr/>
        </p:nvSpPr>
        <p:spPr>
          <a:xfrm>
            <a:off x="978568" y="4048668"/>
            <a:ext cx="3240506" cy="9625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우리카드</a:t>
            </a:r>
            <a:r>
              <a:rPr lang="ko-KR" altLang="en-US" dirty="0"/>
              <a:t> </a:t>
            </a:r>
            <a:r>
              <a:rPr lang="en-US" altLang="ko-KR" dirty="0"/>
              <a:t>AI </a:t>
            </a:r>
            <a:r>
              <a:rPr lang="ko-KR" altLang="en-US" dirty="0" err="1"/>
              <a:t>음성봇</a:t>
            </a:r>
            <a:r>
              <a:rPr lang="ko-KR" altLang="en-US" dirty="0"/>
              <a:t> 도입</a:t>
            </a:r>
            <a:endParaRPr lang="en-US" altLang="ko-KR" dirty="0"/>
          </a:p>
        </p:txBody>
      </p:sp>
      <p:pic>
        <p:nvPicPr>
          <p:cNvPr id="16" name="그림 15" descr="그래픽=박수현 기자">
            <a:extLst>
              <a:ext uri="{FF2B5EF4-FFF2-40B4-BE49-F238E27FC236}">
                <a16:creationId xmlns:a16="http://schemas.microsoft.com/office/drawing/2014/main" id="{6A35643B-AD85-753A-C5F6-56EB764E0B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2812" y="1719345"/>
            <a:ext cx="5334001" cy="3622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E1C394F-208D-856D-E965-E3DAD5F3506A}"/>
              </a:ext>
            </a:extLst>
          </p:cNvPr>
          <p:cNvSpPr txBox="1"/>
          <p:nvPr/>
        </p:nvSpPr>
        <p:spPr>
          <a:xfrm>
            <a:off x="1973179" y="5342021"/>
            <a:ext cx="1909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…</a:t>
            </a:r>
            <a:r>
              <a:rPr lang="en-US" altLang="ko-KR" dirty="0" err="1"/>
              <a:t>etc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567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604951-55F6-62B2-F2C5-46648D951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LLM </a:t>
            </a:r>
            <a:r>
              <a:rPr lang="ko-KR" altLang="en-US" dirty="0"/>
              <a:t>도입 및 활용 사례</a:t>
            </a:r>
            <a:br>
              <a:rPr lang="en-US" altLang="ko-KR" dirty="0"/>
            </a:br>
            <a:r>
              <a:rPr lang="en-US" altLang="ko-KR" sz="3100" dirty="0"/>
              <a:t>: E-Commerce.</a:t>
            </a:r>
            <a:endParaRPr lang="ko-KR" altLang="en-US" sz="3100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EF8365C-BD52-C5BE-6D88-7FF4D64DC3EC}"/>
              </a:ext>
            </a:extLst>
          </p:cNvPr>
          <p:cNvSpPr/>
          <p:nvPr/>
        </p:nvSpPr>
        <p:spPr>
          <a:xfrm>
            <a:off x="420302" y="3075174"/>
            <a:ext cx="3686477" cy="10778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Personal Shopping </a:t>
            </a:r>
            <a:r>
              <a:rPr lang="ko-KR" altLang="en-US" dirty="0"/>
              <a:t>중시</a:t>
            </a:r>
            <a:endParaRPr lang="en-US" altLang="ko-KR" dirty="0"/>
          </a:p>
          <a:p>
            <a:pPr marL="285750" indent="-285750" algn="ctr">
              <a:buFontTx/>
              <a:buChar char="-"/>
            </a:pPr>
            <a:r>
              <a:rPr lang="ko-KR" altLang="en-US" dirty="0"/>
              <a:t>자연어 기반 추천 상품 검색</a:t>
            </a:r>
            <a:endParaRPr lang="en-US" altLang="ko-KR" dirty="0"/>
          </a:p>
          <a:p>
            <a:pPr marL="285750" indent="-285750" algn="ctr">
              <a:buFontTx/>
              <a:buChar char="-"/>
            </a:pPr>
            <a:r>
              <a:rPr lang="ko-KR" altLang="en-US" dirty="0"/>
              <a:t>함께 쇼핑하는 느낌 도우미</a:t>
            </a:r>
            <a:endParaRPr lang="en-US" altLang="ko-KR" dirty="0"/>
          </a:p>
          <a:p>
            <a:pPr marL="285750" indent="-285750" algn="ctr">
              <a:buFontTx/>
              <a:buChar char="-"/>
            </a:pPr>
            <a:r>
              <a:rPr lang="ko-KR" altLang="en-US" dirty="0"/>
              <a:t>생필품 자동 보충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4367F0-4CD0-C62B-8B0B-E7BCF9000ACD}"/>
              </a:ext>
            </a:extLst>
          </p:cNvPr>
          <p:cNvSpPr txBox="1"/>
          <p:nvPr/>
        </p:nvSpPr>
        <p:spPr>
          <a:xfrm>
            <a:off x="5821680" y="2584569"/>
            <a:ext cx="1026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직원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6B1DC-C842-F551-F053-C2CC7989115A}"/>
              </a:ext>
            </a:extLst>
          </p:cNvPr>
          <p:cNvSpPr txBox="1"/>
          <p:nvPr/>
        </p:nvSpPr>
        <p:spPr>
          <a:xfrm>
            <a:off x="786063" y="4395570"/>
            <a:ext cx="316029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/>
              <a:t>자연어 처리로 개인 맞춤 상품 추천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/>
              <a:t>쇼핑에 즐거움을 주는 지인과 함께 쇼핑 서비스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dirty="0"/>
              <a:t>+ </a:t>
            </a:r>
            <a:r>
              <a:rPr lang="ko-KR" altLang="en-US" dirty="0"/>
              <a:t>빠른 배송 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6259FC7-3EF1-A723-E88A-ABC181611272}"/>
              </a:ext>
            </a:extLst>
          </p:cNvPr>
          <p:cNvSpPr/>
          <p:nvPr/>
        </p:nvSpPr>
        <p:spPr>
          <a:xfrm>
            <a:off x="8150993" y="3075174"/>
            <a:ext cx="3526055" cy="10778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Tx/>
              <a:buChar char="-"/>
            </a:pPr>
            <a:r>
              <a:rPr lang="en-US" altLang="ko-KR" dirty="0"/>
              <a:t>Description </a:t>
            </a:r>
            <a:r>
              <a:rPr lang="ko-KR" altLang="en-US" dirty="0"/>
              <a:t>제작</a:t>
            </a:r>
            <a:endParaRPr lang="en-US" altLang="ko-KR" dirty="0"/>
          </a:p>
          <a:p>
            <a:pPr marL="285750" indent="-285750" algn="ctr">
              <a:buFontTx/>
              <a:buChar char="-"/>
            </a:pPr>
            <a:r>
              <a:rPr lang="ko-KR" altLang="en-US" dirty="0"/>
              <a:t>이미지 배경 변경</a:t>
            </a:r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48AE4B-551E-B859-882E-E2575905AA8D}"/>
              </a:ext>
            </a:extLst>
          </p:cNvPr>
          <p:cNvSpPr txBox="1"/>
          <p:nvPr/>
        </p:nvSpPr>
        <p:spPr>
          <a:xfrm>
            <a:off x="8563274" y="2121067"/>
            <a:ext cx="2794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/>
              <a:t>eBay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EBBDB9-DAED-DE1E-F8AA-B216C6EC968A}"/>
              </a:ext>
            </a:extLst>
          </p:cNvPr>
          <p:cNvSpPr txBox="1"/>
          <p:nvPr/>
        </p:nvSpPr>
        <p:spPr>
          <a:xfrm>
            <a:off x="8516754" y="4395570"/>
            <a:ext cx="31602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dirty="0"/>
              <a:t>LLM</a:t>
            </a:r>
            <a:r>
              <a:rPr lang="ko-KR" altLang="en-US" dirty="0"/>
              <a:t>을 사용한 상품 설명 생성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 err="1"/>
              <a:t>멀티모달을</a:t>
            </a:r>
            <a:r>
              <a:rPr lang="ko-KR" altLang="en-US" dirty="0"/>
              <a:t> 통한 상품 배경 이미지 변경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B7F5BAD-DF06-791C-1ABD-150B8CDE3FDE}"/>
              </a:ext>
            </a:extLst>
          </p:cNvPr>
          <p:cNvSpPr/>
          <p:nvPr/>
        </p:nvSpPr>
        <p:spPr>
          <a:xfrm>
            <a:off x="4365858" y="3075174"/>
            <a:ext cx="3526055" cy="10778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MyAssistant</a:t>
            </a:r>
            <a:endParaRPr lang="en-US" altLang="ko-KR" dirty="0"/>
          </a:p>
          <a:p>
            <a:pPr marL="285750" indent="-285750" algn="ctr">
              <a:buFontTx/>
              <a:buChar char="-"/>
            </a:pPr>
            <a:r>
              <a:rPr lang="ko-KR" altLang="en-US" dirty="0"/>
              <a:t>다국어 지원</a:t>
            </a:r>
            <a:endParaRPr lang="en-US" altLang="ko-KR" dirty="0"/>
          </a:p>
          <a:p>
            <a:pPr marL="285750" indent="-285750" algn="ctr">
              <a:buFontTx/>
              <a:buChar char="-"/>
            </a:pPr>
            <a:r>
              <a:rPr lang="ko-KR" altLang="en-US" dirty="0"/>
              <a:t>사내 문서</a:t>
            </a:r>
            <a:r>
              <a:rPr lang="en-US" altLang="ko-KR" dirty="0"/>
              <a:t> </a:t>
            </a:r>
            <a:r>
              <a:rPr lang="ko-KR" altLang="en-US" dirty="0"/>
              <a:t>요약</a:t>
            </a:r>
            <a:r>
              <a:rPr lang="en-US" altLang="ko-KR" dirty="0"/>
              <a:t>, </a:t>
            </a:r>
            <a:r>
              <a:rPr lang="ko-KR" altLang="en-US" dirty="0"/>
              <a:t>컨텐츠 생성</a:t>
            </a:r>
            <a:endParaRPr lang="en-US" altLang="ko-K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152993-38B8-56E0-B67E-7020E78FD3B1}"/>
              </a:ext>
            </a:extLst>
          </p:cNvPr>
          <p:cNvSpPr txBox="1"/>
          <p:nvPr/>
        </p:nvSpPr>
        <p:spPr>
          <a:xfrm>
            <a:off x="5617145" y="2080413"/>
            <a:ext cx="1435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err="1"/>
              <a:t>윌마트</a:t>
            </a:r>
            <a:endParaRPr lang="ko-KR" alt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C3AE42-1803-9919-DC8D-40D17DB57A77}"/>
              </a:ext>
            </a:extLst>
          </p:cNvPr>
          <p:cNvSpPr txBox="1"/>
          <p:nvPr/>
        </p:nvSpPr>
        <p:spPr>
          <a:xfrm>
            <a:off x="4731619" y="4395570"/>
            <a:ext cx="316029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/>
              <a:t>언제 어디서든 업무 지원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/>
              <a:t>국적 상관 없는 고용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/>
              <a:t>물품 위치</a:t>
            </a:r>
            <a:r>
              <a:rPr lang="en-US" altLang="ko-KR" dirty="0"/>
              <a:t>, </a:t>
            </a:r>
            <a:r>
              <a:rPr lang="ko-KR" altLang="en-US" dirty="0"/>
              <a:t>현황 등 바로 조회 가능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 err="1"/>
              <a:t>챗봇</a:t>
            </a:r>
            <a:r>
              <a:rPr lang="ko-KR" altLang="en-US" dirty="0"/>
              <a:t> 형태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A65C34-4310-36CC-DBE8-30577C6A42CC}"/>
              </a:ext>
            </a:extLst>
          </p:cNvPr>
          <p:cNvSpPr txBox="1"/>
          <p:nvPr/>
        </p:nvSpPr>
        <p:spPr>
          <a:xfrm>
            <a:off x="1644322" y="2584569"/>
            <a:ext cx="1026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고객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E1D490-22A2-F479-DA6E-10DFB6A9EF09}"/>
              </a:ext>
            </a:extLst>
          </p:cNvPr>
          <p:cNvSpPr txBox="1"/>
          <p:nvPr/>
        </p:nvSpPr>
        <p:spPr>
          <a:xfrm>
            <a:off x="1439787" y="2080413"/>
            <a:ext cx="1435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err="1"/>
              <a:t>윌마트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590208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D6C0B6-1DD6-CE34-2792-7A65911DA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LLM </a:t>
            </a:r>
            <a:r>
              <a:rPr lang="ko-KR" altLang="en-US" dirty="0"/>
              <a:t>도입 및 활용 사례</a:t>
            </a:r>
            <a:br>
              <a:rPr lang="en-US" altLang="ko-KR" dirty="0"/>
            </a:br>
            <a:r>
              <a:rPr lang="en-US" altLang="ko-KR" sz="3100" dirty="0"/>
              <a:t>: </a:t>
            </a:r>
            <a:r>
              <a:rPr lang="en-US" altLang="ko-KR" sz="2800" dirty="0"/>
              <a:t>E-Commerce. </a:t>
            </a:r>
            <a:r>
              <a:rPr lang="ko-KR" altLang="en-US" sz="2800" dirty="0"/>
              <a:t>국내 도입 사례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7830115-367D-B407-6E64-CBC17540EE72}"/>
              </a:ext>
            </a:extLst>
          </p:cNvPr>
          <p:cNvSpPr/>
          <p:nvPr/>
        </p:nvSpPr>
        <p:spPr>
          <a:xfrm>
            <a:off x="978568" y="2294020"/>
            <a:ext cx="3240506" cy="9625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NAVER </a:t>
            </a:r>
            <a:r>
              <a:rPr lang="ko-KR" altLang="en-US" b="1" dirty="0"/>
              <a:t>쇼핑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7159FEC-F969-9470-5E28-C4DB684A8AEA}"/>
              </a:ext>
            </a:extLst>
          </p:cNvPr>
          <p:cNvSpPr/>
          <p:nvPr/>
        </p:nvSpPr>
        <p:spPr>
          <a:xfrm>
            <a:off x="978568" y="3387912"/>
            <a:ext cx="3240506" cy="9625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err="1"/>
              <a:t>커넥트웨이브</a:t>
            </a:r>
            <a:r>
              <a:rPr lang="ko-KR" altLang="en-US" b="1" dirty="0"/>
              <a:t> 등</a:t>
            </a:r>
            <a:endParaRPr lang="en-US" altLang="ko-KR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1C394F-208D-856D-E965-E3DAD5F3506A}"/>
              </a:ext>
            </a:extLst>
          </p:cNvPr>
          <p:cNvSpPr txBox="1"/>
          <p:nvPr/>
        </p:nvSpPr>
        <p:spPr>
          <a:xfrm>
            <a:off x="978568" y="4664625"/>
            <a:ext cx="47324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기본 </a:t>
            </a:r>
            <a:r>
              <a:rPr lang="en-US" altLang="ko-KR" dirty="0"/>
              <a:t>LLM </a:t>
            </a:r>
            <a:r>
              <a:rPr lang="ko-KR" altLang="en-US" dirty="0"/>
              <a:t>기반 상품 추천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리뷰 답글 작성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리뷰 요약 및 키워드 추출 및 분석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상품 등록 지원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상품 카피 생성 등</a:t>
            </a:r>
          </a:p>
        </p:txBody>
      </p:sp>
      <p:graphicFrame>
        <p:nvGraphicFramePr>
          <p:cNvPr id="3" name="다이어그램 2">
            <a:extLst>
              <a:ext uri="{FF2B5EF4-FFF2-40B4-BE49-F238E27FC236}">
                <a16:creationId xmlns:a16="http://schemas.microsoft.com/office/drawing/2014/main" id="{190FF1FA-F0DE-EFA6-B205-15A7C17D62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6445232"/>
              </p:ext>
            </p:extLst>
          </p:nvPr>
        </p:nvGraphicFramePr>
        <p:xfrm>
          <a:off x="5213014" y="1411070"/>
          <a:ext cx="6331284" cy="3953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C112FC7-C040-7FFF-BE74-143CCDE84219}"/>
              </a:ext>
            </a:extLst>
          </p:cNvPr>
          <p:cNvSpPr txBox="1"/>
          <p:nvPr/>
        </p:nvSpPr>
        <p:spPr>
          <a:xfrm>
            <a:off x="5710989" y="4995421"/>
            <a:ext cx="930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일평균</a:t>
            </a:r>
          </a:p>
        </p:txBody>
      </p:sp>
    </p:spTree>
    <p:extLst>
      <p:ext uri="{BB962C8B-B14F-4D97-AF65-F5344CB8AC3E}">
        <p14:creationId xmlns:p14="http://schemas.microsoft.com/office/powerpoint/2010/main" val="1200690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604951-55F6-62B2-F2C5-46648D951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AI </a:t>
            </a:r>
            <a:r>
              <a:rPr lang="ko-KR" altLang="en-US" dirty="0"/>
              <a:t>도입 및 활용 사례</a:t>
            </a:r>
            <a:br>
              <a:rPr lang="en-US" altLang="ko-KR" dirty="0"/>
            </a:br>
            <a:r>
              <a:rPr lang="en-US" altLang="ko-KR" sz="2800" dirty="0"/>
              <a:t>: </a:t>
            </a:r>
            <a:r>
              <a:rPr lang="ko-KR" altLang="en-US" sz="2800" dirty="0"/>
              <a:t>제조업 </a:t>
            </a:r>
            <a:r>
              <a:rPr lang="en-US" altLang="ko-KR" sz="2800" dirty="0"/>
              <a:t>ERP  +  AI.</a:t>
            </a:r>
            <a:endParaRPr lang="ko-KR" altLang="en-US" sz="3100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EF8365C-BD52-C5BE-6D88-7FF4D64DC3EC}"/>
              </a:ext>
            </a:extLst>
          </p:cNvPr>
          <p:cNvSpPr/>
          <p:nvPr/>
        </p:nvSpPr>
        <p:spPr>
          <a:xfrm>
            <a:off x="420302" y="3075174"/>
            <a:ext cx="3686477" cy="10778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Excel -&gt; </a:t>
            </a:r>
            <a:r>
              <a:rPr lang="ko-KR" altLang="en-US" dirty="0"/>
              <a:t>인공지능 </a:t>
            </a:r>
            <a:r>
              <a:rPr lang="en-US" altLang="ko-KR" dirty="0"/>
              <a:t>ERP </a:t>
            </a:r>
            <a:r>
              <a:rPr lang="ko-KR" altLang="en-US" dirty="0"/>
              <a:t>이전</a:t>
            </a:r>
            <a:endParaRPr lang="en-US" altLang="ko-KR" dirty="0"/>
          </a:p>
          <a:p>
            <a:pPr algn="ctr"/>
            <a:r>
              <a:rPr lang="ko-KR" altLang="en-US" dirty="0"/>
              <a:t>엑셀 업무 </a:t>
            </a:r>
            <a:r>
              <a:rPr lang="en-US" altLang="ko-KR" dirty="0"/>
              <a:t>-&gt; RPA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6B1DC-C842-F551-F053-C2CC7989115A}"/>
              </a:ext>
            </a:extLst>
          </p:cNvPr>
          <p:cNvSpPr txBox="1"/>
          <p:nvPr/>
        </p:nvSpPr>
        <p:spPr>
          <a:xfrm>
            <a:off x="786063" y="4395570"/>
            <a:ext cx="31602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/>
              <a:t>월말 결산 최대 </a:t>
            </a:r>
            <a:r>
              <a:rPr lang="en-US" altLang="ko-KR" dirty="0"/>
              <a:t>30</a:t>
            </a:r>
            <a:r>
              <a:rPr lang="ko-KR" altLang="en-US" dirty="0"/>
              <a:t>일 </a:t>
            </a:r>
            <a:r>
              <a:rPr lang="en-US" altLang="ko-KR" dirty="0"/>
              <a:t>-&gt; 1</a:t>
            </a:r>
            <a:r>
              <a:rPr lang="ko-KR" altLang="en-US" dirty="0"/>
              <a:t>주일로 단축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/>
              <a:t>엑셀에서 처리하던 작업 </a:t>
            </a:r>
            <a:r>
              <a:rPr lang="ko-KR" altLang="en-US" dirty="0" err="1"/>
              <a:t>일부분씩</a:t>
            </a:r>
            <a:r>
              <a:rPr lang="ko-KR" altLang="en-US" dirty="0"/>
              <a:t> </a:t>
            </a:r>
            <a:r>
              <a:rPr lang="en-US" altLang="ko-KR" dirty="0"/>
              <a:t>RPA</a:t>
            </a:r>
            <a:r>
              <a:rPr lang="ko-KR" altLang="en-US" dirty="0"/>
              <a:t>로 구현중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B7F5BAD-DF06-791C-1ABD-150B8CDE3FDE}"/>
              </a:ext>
            </a:extLst>
          </p:cNvPr>
          <p:cNvSpPr/>
          <p:nvPr/>
        </p:nvSpPr>
        <p:spPr>
          <a:xfrm>
            <a:off x="4365858" y="3075174"/>
            <a:ext cx="3526055" cy="10778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구글글라스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ko-KR" altLang="en-US" dirty="0" err="1"/>
              <a:t>위치비콘</a:t>
            </a:r>
            <a:r>
              <a:rPr lang="ko-KR" altLang="en-US" dirty="0"/>
              <a:t> </a:t>
            </a:r>
            <a:endParaRPr lang="en-US" altLang="ko-KR" dirty="0"/>
          </a:p>
          <a:p>
            <a:pPr algn="ctr"/>
            <a:r>
              <a:rPr lang="en-US" altLang="ko-KR" dirty="0"/>
              <a:t>= </a:t>
            </a:r>
            <a:r>
              <a:rPr lang="ko-KR" altLang="en-US" dirty="0"/>
              <a:t>자재 및 직원 관리 개선</a:t>
            </a:r>
            <a:endParaRPr lang="en-US" altLang="ko-K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152993-38B8-56E0-B67E-7020E78FD3B1}"/>
              </a:ext>
            </a:extLst>
          </p:cNvPr>
          <p:cNvSpPr txBox="1"/>
          <p:nvPr/>
        </p:nvSpPr>
        <p:spPr>
          <a:xfrm>
            <a:off x="4931946" y="2387489"/>
            <a:ext cx="27596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피셔 </a:t>
            </a:r>
            <a:r>
              <a:rPr lang="ko-KR" altLang="en-US" sz="2800" b="1" dirty="0" err="1"/>
              <a:t>다이내믹스</a:t>
            </a:r>
            <a:endParaRPr lang="ko-KR" alt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C3AE42-1803-9919-DC8D-40D17DB57A77}"/>
              </a:ext>
            </a:extLst>
          </p:cNvPr>
          <p:cNvSpPr txBox="1"/>
          <p:nvPr/>
        </p:nvSpPr>
        <p:spPr>
          <a:xfrm>
            <a:off x="4731619" y="4395570"/>
            <a:ext cx="3160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/>
              <a:t>첨단기술 </a:t>
            </a:r>
            <a:r>
              <a:rPr lang="en-US" altLang="ko-KR" dirty="0"/>
              <a:t>+ AI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E1D490-22A2-F479-DA6E-10DFB6A9EF09}"/>
              </a:ext>
            </a:extLst>
          </p:cNvPr>
          <p:cNvSpPr txBox="1"/>
          <p:nvPr/>
        </p:nvSpPr>
        <p:spPr>
          <a:xfrm>
            <a:off x="1266928" y="2387489"/>
            <a:ext cx="1993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err="1"/>
              <a:t>아쿠마티카</a:t>
            </a:r>
            <a:endParaRPr lang="ko-KR" altLang="en-US" b="1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BD1F01A-CFC4-5058-FB46-E8A262057030}"/>
              </a:ext>
            </a:extLst>
          </p:cNvPr>
          <p:cNvSpPr/>
          <p:nvPr/>
        </p:nvSpPr>
        <p:spPr>
          <a:xfrm>
            <a:off x="8150992" y="3075174"/>
            <a:ext cx="3526055" cy="10778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소르테크</a:t>
            </a:r>
            <a:r>
              <a:rPr lang="ko-KR" altLang="en-US" dirty="0"/>
              <a:t> </a:t>
            </a:r>
            <a:r>
              <a:rPr lang="en-US" altLang="ko-KR" dirty="0"/>
              <a:t>AI </a:t>
            </a:r>
            <a:r>
              <a:rPr lang="ko-KR" altLang="en-US" dirty="0"/>
              <a:t>기반 고객 수요 예측 시스템 도입 예정</a:t>
            </a:r>
            <a:endParaRPr lang="en-US" altLang="ko-K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C1343F-570F-14A0-7293-771598A8BA9C}"/>
              </a:ext>
            </a:extLst>
          </p:cNvPr>
          <p:cNvSpPr txBox="1"/>
          <p:nvPr/>
        </p:nvSpPr>
        <p:spPr>
          <a:xfrm>
            <a:off x="8864814" y="2387489"/>
            <a:ext cx="24641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/>
              <a:t>흥아 타이어</a:t>
            </a:r>
            <a:endParaRPr lang="ko-KR" alt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A1D4C4-10FD-8CFE-2409-A4C69170F864}"/>
              </a:ext>
            </a:extLst>
          </p:cNvPr>
          <p:cNvSpPr txBox="1"/>
          <p:nvPr/>
        </p:nvSpPr>
        <p:spPr>
          <a:xfrm>
            <a:off x="8516753" y="4395570"/>
            <a:ext cx="316029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/>
              <a:t>자재수급 안정화 및 추가 잭 유지</a:t>
            </a:r>
            <a:r>
              <a:rPr lang="en-US" altLang="ko-KR" dirty="0"/>
              <a:t>(20%) </a:t>
            </a:r>
            <a:r>
              <a:rPr lang="ko-KR" altLang="en-US" dirty="0"/>
              <a:t>기준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/>
              <a:t>업계 동향</a:t>
            </a:r>
            <a:r>
              <a:rPr lang="en-US" altLang="ko-KR" dirty="0"/>
              <a:t>+ </a:t>
            </a:r>
            <a:r>
              <a:rPr lang="ko-KR" altLang="en-US" dirty="0"/>
              <a:t>내부 데이터</a:t>
            </a:r>
            <a:r>
              <a:rPr lang="en-US" altLang="ko-KR" dirty="0"/>
              <a:t>(</a:t>
            </a:r>
            <a:r>
              <a:rPr lang="ko-KR" altLang="en-US" dirty="0"/>
              <a:t>자재 발주 및 입고 정보</a:t>
            </a:r>
            <a:r>
              <a:rPr lang="en-US" altLang="ko-KR" dirty="0"/>
              <a:t>, </a:t>
            </a:r>
            <a:r>
              <a:rPr lang="ko-KR" altLang="en-US" dirty="0"/>
              <a:t>공급사</a:t>
            </a:r>
            <a:r>
              <a:rPr lang="en-US" altLang="ko-KR" dirty="0"/>
              <a:t>, </a:t>
            </a:r>
            <a:r>
              <a:rPr lang="ko-KR" altLang="en-US" dirty="0"/>
              <a:t>물류정보</a:t>
            </a:r>
            <a:r>
              <a:rPr lang="en-US" altLang="ko-KR" dirty="0"/>
              <a:t>, </a:t>
            </a:r>
            <a:r>
              <a:rPr lang="ko-KR" altLang="en-US" dirty="0"/>
              <a:t>수주 및 출하 정보 등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61569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BEA769-E5ED-1DC9-7083-421CA036A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ETC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CD178B-270F-851C-3D65-9A23198DF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외무 </a:t>
            </a:r>
            <a:r>
              <a:rPr lang="en-US" altLang="ko-KR" dirty="0"/>
              <a:t>AI (</a:t>
            </a:r>
            <a:r>
              <a:rPr lang="ko-KR" altLang="en-US" dirty="0"/>
              <a:t>우크라이나</a:t>
            </a:r>
            <a:r>
              <a:rPr lang="en-US" altLang="ko-KR" dirty="0"/>
              <a:t>) : </a:t>
            </a:r>
            <a:r>
              <a:rPr lang="ko-KR" altLang="en-US" dirty="0" err="1"/>
              <a:t>빅토리아시</a:t>
            </a:r>
            <a:r>
              <a:rPr lang="en-US" altLang="ko-KR" dirty="0"/>
              <a:t>AI</a:t>
            </a:r>
            <a:r>
              <a:rPr lang="ko-KR" altLang="en-US" dirty="0"/>
              <a:t>로 </a:t>
            </a:r>
            <a:r>
              <a:rPr lang="ko-KR" altLang="en-US" dirty="0" err="1"/>
              <a:t>멀티모달</a:t>
            </a:r>
            <a:r>
              <a:rPr lang="ko-KR" altLang="en-US" dirty="0"/>
              <a:t> </a:t>
            </a:r>
            <a:r>
              <a:rPr lang="en-US" altLang="ko-KR" dirty="0"/>
              <a:t>+ STT-TTS </a:t>
            </a:r>
            <a:r>
              <a:rPr lang="ko-KR" altLang="en-US" dirty="0"/>
              <a:t>음성인식으로 외무 의견 전달</a:t>
            </a:r>
            <a:endParaRPr lang="en-US" altLang="ko-KR" dirty="0"/>
          </a:p>
          <a:p>
            <a:r>
              <a:rPr lang="ko-KR" altLang="en-US" dirty="0" err="1"/>
              <a:t>레이반</a:t>
            </a:r>
            <a:r>
              <a:rPr lang="ko-KR" altLang="en-US" dirty="0"/>
              <a:t> 메타 스마트안경 </a:t>
            </a:r>
            <a:r>
              <a:rPr lang="en-US" altLang="ko-KR" dirty="0"/>
              <a:t>: </a:t>
            </a:r>
            <a:r>
              <a:rPr lang="ko-KR" altLang="en-US" dirty="0"/>
              <a:t>안경 내 클라우드 연동 및 헤드폰</a:t>
            </a:r>
            <a:r>
              <a:rPr lang="en-US" altLang="ko-KR" dirty="0"/>
              <a:t>, </a:t>
            </a:r>
            <a:r>
              <a:rPr lang="ko-KR" altLang="en-US" dirty="0"/>
              <a:t>음성인식 및 </a:t>
            </a:r>
            <a:r>
              <a:rPr lang="en-US" altLang="ko-KR" dirty="0"/>
              <a:t>LLM </a:t>
            </a:r>
            <a:r>
              <a:rPr lang="ko-KR" altLang="en-US" dirty="0"/>
              <a:t>주변 사물 설명 </a:t>
            </a:r>
            <a:r>
              <a:rPr lang="en-US" altLang="ko-KR" dirty="0"/>
              <a:t>/ </a:t>
            </a:r>
            <a:r>
              <a:rPr lang="ko-KR" altLang="en-US" dirty="0"/>
              <a:t>촬영</a:t>
            </a:r>
            <a:endParaRPr lang="en-US" altLang="ko-KR" dirty="0"/>
          </a:p>
          <a:p>
            <a:r>
              <a:rPr lang="ko-KR" altLang="en-US" dirty="0" err="1"/>
              <a:t>파트너스</a:t>
            </a:r>
            <a:r>
              <a:rPr lang="ko-KR" altLang="en-US" dirty="0"/>
              <a:t> </a:t>
            </a:r>
            <a:r>
              <a:rPr lang="en-US" altLang="ko-KR" dirty="0"/>
              <a:t>: AI </a:t>
            </a:r>
            <a:r>
              <a:rPr lang="ko-KR" altLang="en-US" dirty="0"/>
              <a:t>현금흐름 및 비용 관리 솔루션 </a:t>
            </a:r>
            <a:r>
              <a:rPr lang="en-US" altLang="ko-KR" dirty="0"/>
              <a:t>(</a:t>
            </a:r>
            <a:r>
              <a:rPr lang="ko-KR" altLang="en-US" dirty="0"/>
              <a:t>거래내역 분류 </a:t>
            </a:r>
            <a:r>
              <a:rPr lang="en-US" altLang="ko-KR" dirty="0"/>
              <a:t>/ </a:t>
            </a:r>
            <a:r>
              <a:rPr lang="ko-KR" altLang="en-US" dirty="0" err="1"/>
              <a:t>카톡보고서</a:t>
            </a:r>
            <a:r>
              <a:rPr lang="ko-KR" altLang="en-US" dirty="0"/>
              <a:t> 전달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국내 공공기업</a:t>
            </a:r>
            <a:endParaRPr lang="en-US" altLang="ko-KR" dirty="0"/>
          </a:p>
          <a:p>
            <a:pPr lvl="1"/>
            <a:r>
              <a:rPr lang="ko-KR" altLang="en-US" dirty="0"/>
              <a:t>한국 남부 발전 </a:t>
            </a:r>
            <a:r>
              <a:rPr lang="en-US" altLang="ko-KR" dirty="0"/>
              <a:t>(46</a:t>
            </a:r>
            <a:r>
              <a:rPr lang="ko-KR" altLang="en-US" dirty="0" err="1"/>
              <a:t>억규모</a:t>
            </a:r>
            <a:r>
              <a:rPr lang="en-US" altLang="ko-KR" dirty="0"/>
              <a:t>) </a:t>
            </a:r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구축 및 학습 공공발주</a:t>
            </a:r>
            <a:endParaRPr lang="en-US" altLang="ko-KR" dirty="0"/>
          </a:p>
          <a:p>
            <a:pPr lvl="1"/>
            <a:r>
              <a:rPr lang="ko-KR" altLang="en-US" dirty="0"/>
              <a:t>한국전력공사 </a:t>
            </a:r>
            <a:r>
              <a:rPr lang="en-US" altLang="ko-KR" dirty="0"/>
              <a:t>KECPO 3</a:t>
            </a:r>
            <a:r>
              <a:rPr lang="ko-KR" altLang="en-US" dirty="0"/>
              <a:t>억 </a:t>
            </a:r>
            <a:r>
              <a:rPr lang="en-US" altLang="ko-KR" dirty="0"/>
              <a:t>5</a:t>
            </a:r>
            <a:r>
              <a:rPr lang="ko-KR" altLang="en-US" dirty="0"/>
              <a:t>천 발전기술정보 통합생성형 </a:t>
            </a:r>
            <a:r>
              <a:rPr lang="en-US" altLang="ko-KR" dirty="0"/>
              <a:t>AI </a:t>
            </a:r>
            <a:r>
              <a:rPr lang="ko-KR" altLang="en-US" dirty="0"/>
              <a:t>구축 용역</a:t>
            </a:r>
            <a:endParaRPr lang="en-US" altLang="ko-KR" dirty="0"/>
          </a:p>
          <a:p>
            <a:pPr lvl="1"/>
            <a:r>
              <a:rPr lang="en-US" altLang="ko-KR" dirty="0"/>
              <a:t>…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4523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F2ED96-2C1D-5843-5F74-5883A7368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산업별 </a:t>
            </a:r>
            <a:r>
              <a:rPr lang="en-US" altLang="ko-KR" dirty="0"/>
              <a:t>AI </a:t>
            </a:r>
            <a:r>
              <a:rPr lang="ko-KR" altLang="en-US" dirty="0"/>
              <a:t>활용 사례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39A24BC-AE46-4AB4-B93D-A7D3B602B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337" y="2028825"/>
            <a:ext cx="5267325" cy="348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718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1F2ACB-529E-A7AB-C763-3DA97E355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제조업 신기술 도입 추세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F7266FA-26A4-0E98-34D1-B375C23E1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518" y="1992730"/>
            <a:ext cx="6057900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97015DFF-5785-2BB9-85D4-096B25A63AC0}"/>
              </a:ext>
            </a:extLst>
          </p:cNvPr>
          <p:cNvSpPr txBox="1">
            <a:spLocks/>
          </p:cNvSpPr>
          <p:nvPr/>
        </p:nvSpPr>
        <p:spPr>
          <a:xfrm>
            <a:off x="548638" y="4290251"/>
            <a:ext cx="10995659" cy="16668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/>
              <a:t>MIT</a:t>
            </a:r>
            <a:r>
              <a:rPr lang="ko-KR" altLang="en-US" dirty="0"/>
              <a:t> 슬론 매니지먼트 리뷰</a:t>
            </a:r>
            <a:r>
              <a:rPr lang="en-US" altLang="ko-KR" dirty="0"/>
              <a:t>(SMR) </a:t>
            </a:r>
          </a:p>
          <a:p>
            <a:pPr algn="ctr"/>
            <a:endParaRPr lang="en-US" altLang="ko-KR" sz="2800" dirty="0"/>
          </a:p>
          <a:p>
            <a:pPr algn="ctr"/>
            <a:r>
              <a:rPr lang="en-US" altLang="ko-KR" sz="2800" dirty="0"/>
              <a:t>“Digital </a:t>
            </a:r>
            <a:r>
              <a:rPr lang="ko-KR" altLang="en-US" sz="2800" dirty="0"/>
              <a:t>능숙도 </a:t>
            </a:r>
            <a:r>
              <a:rPr lang="en-US" altLang="ko-KR" sz="2800" dirty="0"/>
              <a:t>10% </a:t>
            </a:r>
            <a:r>
              <a:rPr lang="ko-KR" altLang="en-US" sz="2800" dirty="0"/>
              <a:t>상승마다 기업 매출 성장률은 업계 평균보다 </a:t>
            </a:r>
            <a:r>
              <a:rPr lang="en-US" altLang="ko-KR" sz="2800" dirty="0"/>
              <a:t>0.7%p</a:t>
            </a:r>
            <a:r>
              <a:rPr lang="ko-KR" altLang="en-US" sz="2800" dirty="0"/>
              <a:t>씩 증가함</a:t>
            </a:r>
            <a:r>
              <a:rPr lang="en-US" altLang="ko-KR" sz="2800" dirty="0"/>
              <a:t>.”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253692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145EE7-8C31-69F5-7E33-94AC5ACC1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추가 자료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293104-63D4-E2D3-DADC-6998B66F6120}"/>
              </a:ext>
            </a:extLst>
          </p:cNvPr>
          <p:cNvSpPr txBox="1"/>
          <p:nvPr/>
        </p:nvSpPr>
        <p:spPr>
          <a:xfrm>
            <a:off x="2839452" y="8435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https://www.samsungsds.com/kr/insights/2023-ai-survey.html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CE19EF6-C2B5-8EBE-EB1B-953FE3543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011" y="2197960"/>
            <a:ext cx="5553081" cy="255366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D2507F1-219B-7402-6982-1AEBB021E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987" y="2136232"/>
            <a:ext cx="5040921" cy="296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416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908F14-8AC6-6741-1769-211D8C2EB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추가 자료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FBBC0D5-9900-840C-263D-2AFA7B414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705" y="1543965"/>
            <a:ext cx="7268589" cy="436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564421"/>
      </p:ext>
    </p:extLst>
  </p:cSld>
  <p:clrMapOvr>
    <a:masterClrMapping/>
  </p:clrMapOvr>
</p:sld>
</file>

<file path=ppt/theme/theme1.xml><?xml version="1.0" encoding="utf-8"?>
<a:theme xmlns:a="http://schemas.openxmlformats.org/drawingml/2006/main" name="TribuneVTI">
  <a:themeElements>
    <a:clrScheme name="AnalogousFromLightSeedLeftStep">
      <a:dk1>
        <a:srgbClr val="000000"/>
      </a:dk1>
      <a:lt1>
        <a:srgbClr val="FFFFFF"/>
      </a:lt1>
      <a:dk2>
        <a:srgbClr val="3B213A"/>
      </a:dk2>
      <a:lt2>
        <a:srgbClr val="E3E2E8"/>
      </a:lt2>
      <a:accent1>
        <a:srgbClr val="93A94E"/>
      </a:accent1>
      <a:accent2>
        <a:srgbClr val="B6A03C"/>
      </a:accent2>
      <a:accent3>
        <a:srgbClr val="EA8946"/>
      </a:accent3>
      <a:accent4>
        <a:srgbClr val="EB4E4F"/>
      </a:accent4>
      <a:accent5>
        <a:srgbClr val="EE6EA5"/>
      </a:accent5>
      <a:accent6>
        <a:srgbClr val="EB4ED2"/>
      </a:accent6>
      <a:hlink>
        <a:srgbClr val="7A69AE"/>
      </a:hlink>
      <a:folHlink>
        <a:srgbClr val="7F7F7F"/>
      </a:folHlink>
    </a:clrScheme>
    <a:fontScheme name="Amasis-Univers">
      <a:majorFont>
        <a:latin typeface="Amasis MT Pro Medium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ibuneVTI" id="{4D84C650-59FC-4F6B-ADA6-B11C508FF6CE}" vid="{0E07EAE6-ACBC-4250-8522-FC108A45043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525</Words>
  <Application>Microsoft Office PowerPoint</Application>
  <PresentationFormat>와이드스크린</PresentationFormat>
  <Paragraphs>97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Amasis MT Pro Medium</vt:lpstr>
      <vt:lpstr>Arial</vt:lpstr>
      <vt:lpstr>Univers Light</vt:lpstr>
      <vt:lpstr>Wingdings</vt:lpstr>
      <vt:lpstr>TribuneVTI</vt:lpstr>
      <vt:lpstr>PowerPoint 프레젠테이션</vt:lpstr>
      <vt:lpstr>AICC (AI Contact Center) : 반복 업무, 감정 노동 업무에 인공지능을 도입하여 음성 인식, 합성, 문장 분석, 자연어 대화 등을 통해 단순 노무 업무를 대신 하는 것.</vt:lpstr>
      <vt:lpstr>AICC (AI Contact Center)</vt:lpstr>
      <vt:lpstr>LLM 도입 및 활용 사례 : E-Commerce.</vt:lpstr>
      <vt:lpstr>LLM 도입 및 활용 사례 : E-Commerce. 국내 도입 사례</vt:lpstr>
      <vt:lpstr>AI 도입 및 활용 사례 : 제조업 ERP  +  AI.</vt:lpstr>
      <vt:lpstr>ETC</vt:lpstr>
      <vt:lpstr>산업별 AI 활용 사례</vt:lpstr>
      <vt:lpstr>제조업 신기술 도입 추세 </vt:lpstr>
      <vt:lpstr>추가 자료</vt:lpstr>
      <vt:lpstr>추가 자료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EUNHASU LEE</dc:creator>
  <cp:lastModifiedBy>LEE EUNHASU</cp:lastModifiedBy>
  <cp:revision>1</cp:revision>
  <dcterms:created xsi:type="dcterms:W3CDTF">2024-06-22T12:19:58Z</dcterms:created>
  <dcterms:modified xsi:type="dcterms:W3CDTF">2024-06-22T13:50:47Z</dcterms:modified>
</cp:coreProperties>
</file>