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10"/>
  </p:notesMasterIdLst>
  <p:handoutMasterIdLst>
    <p:handoutMasterId r:id="rId11"/>
  </p:handoutMasterIdLst>
  <p:sldIdLst>
    <p:sldId id="812" r:id="rId2"/>
    <p:sldId id="808" r:id="rId3"/>
    <p:sldId id="819" r:id="rId4"/>
    <p:sldId id="821" r:id="rId5"/>
    <p:sldId id="811" r:id="rId6"/>
    <p:sldId id="809" r:id="rId7"/>
    <p:sldId id="797" r:id="rId8"/>
    <p:sldId id="798" r:id="rId9"/>
  </p:sldIdLst>
  <p:sldSz cx="7777163" cy="10909300"/>
  <p:notesSz cx="6742113" cy="9875838"/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buClr>
        <a:srgbClr val="00549E"/>
      </a:buClr>
      <a:buFont typeface="Wingdings" pitchFamily="2" charset="2"/>
      <a:defRPr kumimoji="1" sz="9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1pPr>
    <a:lvl2pPr marL="457200" algn="ctr" rtl="0" fontAlgn="base" latinLnBrk="1">
      <a:spcBef>
        <a:spcPct val="0"/>
      </a:spcBef>
      <a:spcAft>
        <a:spcPct val="0"/>
      </a:spcAft>
      <a:buClr>
        <a:srgbClr val="00549E"/>
      </a:buClr>
      <a:buFont typeface="Wingdings" pitchFamily="2" charset="2"/>
      <a:defRPr kumimoji="1" sz="9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2pPr>
    <a:lvl3pPr marL="914400" algn="ctr" rtl="0" fontAlgn="base" latinLnBrk="1">
      <a:spcBef>
        <a:spcPct val="0"/>
      </a:spcBef>
      <a:spcAft>
        <a:spcPct val="0"/>
      </a:spcAft>
      <a:buClr>
        <a:srgbClr val="00549E"/>
      </a:buClr>
      <a:buFont typeface="Wingdings" pitchFamily="2" charset="2"/>
      <a:defRPr kumimoji="1" sz="9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3pPr>
    <a:lvl4pPr marL="1371600" algn="ctr" rtl="0" fontAlgn="base" latinLnBrk="1">
      <a:spcBef>
        <a:spcPct val="0"/>
      </a:spcBef>
      <a:spcAft>
        <a:spcPct val="0"/>
      </a:spcAft>
      <a:buClr>
        <a:srgbClr val="00549E"/>
      </a:buClr>
      <a:buFont typeface="Wingdings" pitchFamily="2" charset="2"/>
      <a:defRPr kumimoji="1" sz="9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4pPr>
    <a:lvl5pPr marL="1828800" algn="ctr" rtl="0" fontAlgn="base" latinLnBrk="1">
      <a:spcBef>
        <a:spcPct val="0"/>
      </a:spcBef>
      <a:spcAft>
        <a:spcPct val="0"/>
      </a:spcAft>
      <a:buClr>
        <a:srgbClr val="00549E"/>
      </a:buClr>
      <a:buFont typeface="Wingdings" pitchFamily="2" charset="2"/>
      <a:defRPr kumimoji="1" sz="9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5pPr>
    <a:lvl6pPr marL="2286000" algn="l" defTabSz="914400" rtl="0" eaLnBrk="1" latinLnBrk="1" hangingPunct="1">
      <a:defRPr kumimoji="1" sz="9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6pPr>
    <a:lvl7pPr marL="2743200" algn="l" defTabSz="914400" rtl="0" eaLnBrk="1" latinLnBrk="1" hangingPunct="1">
      <a:defRPr kumimoji="1" sz="9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7pPr>
    <a:lvl8pPr marL="3200400" algn="l" defTabSz="914400" rtl="0" eaLnBrk="1" latinLnBrk="1" hangingPunct="1">
      <a:defRPr kumimoji="1" sz="9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8pPr>
    <a:lvl9pPr marL="3657600" algn="l" defTabSz="914400" rtl="0" eaLnBrk="1" latinLnBrk="1" hangingPunct="1">
      <a:defRPr kumimoji="1" sz="9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/목차/간지" id="{D7A09C50-1728-43BD-BFD6-13CD204D3AA7}">
          <p14:sldIdLst>
            <p14:sldId id="812"/>
          </p14:sldIdLst>
        </p14:section>
        <p14:section name="마스터 템플릿" id="{297B17D3-E635-4D2D-A9D6-524FE770428E}">
          <p14:sldIdLst>
            <p14:sldId id="808"/>
            <p14:sldId id="819"/>
            <p14:sldId id="821"/>
            <p14:sldId id="811"/>
            <p14:sldId id="809"/>
          </p14:sldIdLst>
        </p14:section>
        <p14:section name="제목 없는 구역" id="{B7FCE1C0-AC37-42BC-89C8-B29CAB6E9F0D}">
          <p14:sldIdLst/>
        </p14:section>
        <p14:section name="제목 없는 구역" id="{5D13DA9A-D500-4ABB-8DAE-F9A7D5996C74}">
          <p14:sldIdLst>
            <p14:sldId id="797"/>
            <p14:sldId id="798"/>
          </p14:sldIdLst>
        </p14:section>
      </p14:sectionLst>
    </p:ext>
    <p:ext uri="{EFAFB233-063F-42B5-8137-9DF3F51BA10A}">
      <p15:sldGuideLst xmlns:p15="http://schemas.microsoft.com/office/powerpoint/2012/main">
        <p15:guide id="2" pos="2450" userDrawn="1">
          <p15:clr>
            <a:srgbClr val="A4A3A4"/>
          </p15:clr>
        </p15:guide>
        <p15:guide id="3" orient="horz" pos="34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 userDrawn="1">
          <p15:clr>
            <a:srgbClr val="A4A3A4"/>
          </p15:clr>
        </p15:guide>
        <p15:guide id="2" pos="212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7C5"/>
    <a:srgbClr val="038ED3"/>
    <a:srgbClr val="7F7F7F"/>
    <a:srgbClr val="404040"/>
    <a:srgbClr val="BFBFBF"/>
    <a:srgbClr val="E6F5FD"/>
    <a:srgbClr val="039FE3"/>
    <a:srgbClr val="003876"/>
    <a:srgbClr val="F0593E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D4E361-68D9-41C5-9AD7-3431CA10213E}" v="8" dt="2024-11-21T10:28:54.8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90" autoAdjust="0"/>
    <p:restoredTop sz="99215" autoAdjust="0"/>
  </p:normalViewPr>
  <p:slideViewPr>
    <p:cSldViewPr showGuides="1">
      <p:cViewPr>
        <p:scale>
          <a:sx n="125" d="100"/>
          <a:sy n="125" d="100"/>
        </p:scale>
        <p:origin x="2334" y="-1926"/>
      </p:cViewPr>
      <p:guideLst>
        <p:guide pos="2450"/>
        <p:guide orient="horz" pos="343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8" d="100"/>
          <a:sy n="78" d="100"/>
        </p:scale>
        <p:origin x="3978" y="102"/>
      </p:cViewPr>
      <p:guideLst>
        <p:guide orient="horz" pos="3109"/>
        <p:guide pos="2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률 김" userId="f0509bcf3abe88be" providerId="LiveId" clId="{D5D4E361-68D9-41C5-9AD7-3431CA10213E}"/>
    <pc:docChg chg="custSel modSld">
      <pc:chgData name="정률 김" userId="f0509bcf3abe88be" providerId="LiveId" clId="{D5D4E361-68D9-41C5-9AD7-3431CA10213E}" dt="2024-11-21T10:29:08.721" v="125" actId="1035"/>
      <pc:docMkLst>
        <pc:docMk/>
      </pc:docMkLst>
      <pc:sldChg chg="delSp modSp mod">
        <pc:chgData name="정률 김" userId="f0509bcf3abe88be" providerId="LiveId" clId="{D5D4E361-68D9-41C5-9AD7-3431CA10213E}" dt="2024-11-21T10:29:08.721" v="125" actId="1035"/>
        <pc:sldMkLst>
          <pc:docMk/>
          <pc:sldMk cId="3620447879" sldId="821"/>
        </pc:sldMkLst>
        <pc:spChg chg="mod">
          <ac:chgData name="정률 김" userId="f0509bcf3abe88be" providerId="LiveId" clId="{D5D4E361-68D9-41C5-9AD7-3431CA10213E}" dt="2024-11-21T10:29:08.721" v="125" actId="1035"/>
          <ac:spMkLst>
            <pc:docMk/>
            <pc:sldMk cId="3620447879" sldId="821"/>
            <ac:spMk id="172" creationId="{65F01C84-13E6-B7A3-5A28-574F66F4F78A}"/>
          </ac:spMkLst>
        </pc:spChg>
        <pc:spChg chg="mod">
          <ac:chgData name="정률 김" userId="f0509bcf3abe88be" providerId="LiveId" clId="{D5D4E361-68D9-41C5-9AD7-3431CA10213E}" dt="2024-11-21T10:17:09.094" v="74" actId="20577"/>
          <ac:spMkLst>
            <pc:docMk/>
            <pc:sldMk cId="3620447879" sldId="821"/>
            <ac:spMk id="178" creationId="{B51884FD-2D6F-D26D-FA09-81E806FF253B}"/>
          </ac:spMkLst>
        </pc:spChg>
        <pc:spChg chg="mod">
          <ac:chgData name="정률 김" userId="f0509bcf3abe88be" providerId="LiveId" clId="{D5D4E361-68D9-41C5-9AD7-3431CA10213E}" dt="2024-11-21T10:28:57.173" v="122" actId="20577"/>
          <ac:spMkLst>
            <pc:docMk/>
            <pc:sldMk cId="3620447879" sldId="821"/>
            <ac:spMk id="179" creationId="{285021CA-B566-7EC6-6EC9-2B641D8FB5A4}"/>
          </ac:spMkLst>
        </pc:spChg>
        <pc:spChg chg="del">
          <ac:chgData name="정률 김" userId="f0509bcf3abe88be" providerId="LiveId" clId="{D5D4E361-68D9-41C5-9AD7-3431CA10213E}" dt="2024-11-21T10:16:48.398" v="72" actId="478"/>
          <ac:spMkLst>
            <pc:docMk/>
            <pc:sldMk cId="3620447879" sldId="821"/>
            <ac:spMk id="186" creationId="{0BCB0241-3EC7-70C9-92F8-081ABBFB6057}"/>
          </ac:spMkLst>
        </pc:spChg>
        <pc:spChg chg="mod">
          <ac:chgData name="정률 김" userId="f0509bcf3abe88be" providerId="LiveId" clId="{D5D4E361-68D9-41C5-9AD7-3431CA10213E}" dt="2024-11-21T10:09:20.011" v="17" actId="20577"/>
          <ac:spMkLst>
            <pc:docMk/>
            <pc:sldMk cId="3620447879" sldId="821"/>
            <ac:spMk id="190" creationId="{7A2D9C5A-789E-567E-A8B6-6489BC68F12B}"/>
          </ac:spMkLst>
        </pc:spChg>
        <pc:spChg chg="del">
          <ac:chgData name="정률 김" userId="f0509bcf3abe88be" providerId="LiveId" clId="{D5D4E361-68D9-41C5-9AD7-3431CA10213E}" dt="2024-11-21T10:16:48.398" v="72" actId="478"/>
          <ac:spMkLst>
            <pc:docMk/>
            <pc:sldMk cId="3620447879" sldId="821"/>
            <ac:spMk id="191" creationId="{ADC12B45-A0BA-CE1F-57A9-5AB8E1B85FA0}"/>
          </ac:spMkLst>
        </pc:spChg>
        <pc:grpChg chg="del">
          <ac:chgData name="정률 김" userId="f0509bcf3abe88be" providerId="LiveId" clId="{D5D4E361-68D9-41C5-9AD7-3431CA10213E}" dt="2024-11-21T10:16:48.398" v="72" actId="478"/>
          <ac:grpSpMkLst>
            <pc:docMk/>
            <pc:sldMk cId="3620447879" sldId="821"/>
            <ac:grpSpMk id="187" creationId="{A7ECE1B1-1938-4959-2C15-7CCF9D54EE6A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2317" cy="494345"/>
          </a:xfrm>
          <a:prstGeom prst="rect">
            <a:avLst/>
          </a:prstGeom>
        </p:spPr>
        <p:txBody>
          <a:bodyPr vert="horz" lIns="90836" tIns="45418" rIns="90836" bIns="45418" rtlCol="0"/>
          <a:lstStyle>
            <a:lvl1pPr algn="l">
              <a:defRPr sz="1200"/>
            </a:lvl1pPr>
          </a:lstStyle>
          <a:p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8223" y="0"/>
            <a:ext cx="2922317" cy="494345"/>
          </a:xfrm>
          <a:prstGeom prst="rect">
            <a:avLst/>
          </a:prstGeom>
        </p:spPr>
        <p:txBody>
          <a:bodyPr vert="horz" lIns="90836" tIns="45418" rIns="90836" bIns="45418" rtlCol="0"/>
          <a:lstStyle>
            <a:lvl1pPr algn="r">
              <a:defRPr sz="1200"/>
            </a:lvl1pPr>
          </a:lstStyle>
          <a:p>
            <a:fld id="{2BD4C8ED-240C-4F20-8EA0-1B539B018B02}" type="datetimeFigureOut">
              <a:rPr lang="ko-KR" altLang="en-US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2024-11-21</a:t>
            </a:fld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81494"/>
            <a:ext cx="2922317" cy="494345"/>
          </a:xfrm>
          <a:prstGeom prst="rect">
            <a:avLst/>
          </a:prstGeom>
        </p:spPr>
        <p:txBody>
          <a:bodyPr vert="horz" lIns="90836" tIns="45418" rIns="90836" bIns="45418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8223" y="9381494"/>
            <a:ext cx="2922317" cy="494345"/>
          </a:xfrm>
          <a:prstGeom prst="rect">
            <a:avLst/>
          </a:prstGeom>
        </p:spPr>
        <p:txBody>
          <a:bodyPr vert="horz" lIns="90836" tIns="45418" rIns="90836" bIns="45418" rtlCol="0" anchor="b"/>
          <a:lstStyle>
            <a:lvl1pPr algn="r">
              <a:defRPr sz="1200"/>
            </a:lvl1pPr>
          </a:lstStyle>
          <a:p>
            <a:fld id="{5C424CB1-B2C9-4849-A8B8-B6BF7BD1AB21}" type="slidenum">
              <a:rPr lang="ko-KR" altLang="en-US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‹#›</a:t>
            </a:fld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14280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22317" cy="494345"/>
          </a:xfrm>
          <a:prstGeom prst="rect">
            <a:avLst/>
          </a:prstGeom>
        </p:spPr>
        <p:txBody>
          <a:bodyPr vert="horz" lIns="90866" tIns="45432" rIns="90866" bIns="45432" rtlCol="0"/>
          <a:lstStyle>
            <a:lvl1pPr algn="l">
              <a:defRPr sz="1200" dirty="0">
                <a:latin typeface="KoPub바탕체 Medium" pitchFamily="18" charset="-127"/>
                <a:ea typeface="KoPub바탕체 Medium" pitchFamily="18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8227" y="0"/>
            <a:ext cx="2922317" cy="494345"/>
          </a:xfrm>
          <a:prstGeom prst="rect">
            <a:avLst/>
          </a:prstGeom>
        </p:spPr>
        <p:txBody>
          <a:bodyPr vert="horz" lIns="90866" tIns="45432" rIns="90866" bIns="45432" rtlCol="0"/>
          <a:lstStyle>
            <a:lvl1pPr algn="r">
              <a:defRPr sz="1200" smtClean="0">
                <a:latin typeface="KoPub바탕체 Medium" pitchFamily="18" charset="-127"/>
                <a:ea typeface="KoPub바탕체 Medium" pitchFamily="18" charset="-127"/>
              </a:defRPr>
            </a:lvl1pPr>
          </a:lstStyle>
          <a:p>
            <a:pPr>
              <a:defRPr/>
            </a:pPr>
            <a:fld id="{3AACC05D-8A81-49AF-BC82-C154F3B81AEC}" type="datetimeFigureOut">
              <a:rPr lang="ko-KR" altLang="en-US"/>
              <a:pPr>
                <a:defRPr/>
              </a:pPr>
              <a:t>2024-11-21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52638" y="739775"/>
            <a:ext cx="26368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6" tIns="45432" rIns="90866" bIns="45432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5474" y="4690749"/>
            <a:ext cx="5391171" cy="4444364"/>
          </a:xfrm>
          <a:prstGeom prst="rect">
            <a:avLst/>
          </a:prstGeom>
        </p:spPr>
        <p:txBody>
          <a:bodyPr vert="horz" lIns="90866" tIns="45432" rIns="90866" bIns="45432" rtlCol="0"/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9917"/>
            <a:ext cx="2922317" cy="494344"/>
          </a:xfrm>
          <a:prstGeom prst="rect">
            <a:avLst/>
          </a:prstGeom>
        </p:spPr>
        <p:txBody>
          <a:bodyPr vert="horz" lIns="90866" tIns="45432" rIns="90866" bIns="45432" rtlCol="0" anchor="b"/>
          <a:lstStyle>
            <a:lvl1pPr algn="l">
              <a:defRPr sz="1200" dirty="0">
                <a:latin typeface="KoPub바탕체 Medium" pitchFamily="18" charset="-127"/>
                <a:ea typeface="KoPub바탕체 Medium" pitchFamily="18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8227" y="9379917"/>
            <a:ext cx="2922317" cy="494344"/>
          </a:xfrm>
          <a:prstGeom prst="rect">
            <a:avLst/>
          </a:prstGeom>
        </p:spPr>
        <p:txBody>
          <a:bodyPr vert="horz" lIns="90866" tIns="45432" rIns="90866" bIns="45432" rtlCol="0" anchor="b"/>
          <a:lstStyle>
            <a:lvl1pPr algn="r">
              <a:defRPr sz="1200" smtClean="0">
                <a:latin typeface="KoPub바탕체 Medium" pitchFamily="18" charset="-127"/>
                <a:ea typeface="KoPub바탕체 Medium" pitchFamily="18" charset="-127"/>
              </a:defRPr>
            </a:lvl1pPr>
          </a:lstStyle>
          <a:p>
            <a:pPr>
              <a:defRPr/>
            </a:pPr>
            <a:fld id="{35D77B70-F5D5-4733-8BD7-E5066C6017A2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16889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KoPub돋움체 Medium" pitchFamily="18" charset="-127"/>
        <a:ea typeface="KoPub돋움체 Medium" pitchFamily="18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KoPub돋움체 Medium" pitchFamily="18" charset="-127"/>
        <a:ea typeface="KoPub돋움체 Medium" pitchFamily="18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KoPub돋움체 Medium" pitchFamily="18" charset="-127"/>
        <a:ea typeface="KoPub돋움체 Medium" pitchFamily="18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KoPub돋움체 Medium" pitchFamily="18" charset="-127"/>
        <a:ea typeface="KoPub돋움체 Medium" pitchFamily="18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KoPub돋움체 Medium" pitchFamily="18" charset="-127"/>
        <a:ea typeface="KoPub돋움체 Medium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192089" y="463527"/>
            <a:ext cx="2166046" cy="2405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 defTabSz="1007943">
              <a:lnSpc>
                <a:spcPct val="107000"/>
              </a:lnSpc>
            </a:pPr>
            <a:r>
              <a:rPr lang="en-US" altLang="ko-KR" spc="-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77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Ⅰ. </a:t>
            </a:r>
            <a:r>
              <a:rPr lang="ko-KR" altLang="en-US" spc="-3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77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내용입력</a:t>
            </a:r>
            <a:endParaRPr lang="ko-KR" altLang="ko-KR" spc="-3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77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6364430" y="863787"/>
            <a:ext cx="1025314" cy="281931"/>
            <a:chOff x="9279080" y="652224"/>
            <a:chExt cx="1025314" cy="281931"/>
          </a:xfrm>
        </p:grpSpPr>
        <p:sp>
          <p:nvSpPr>
            <p:cNvPr id="4" name="TextBox 3"/>
            <p:cNvSpPr txBox="1"/>
            <p:nvPr/>
          </p:nvSpPr>
          <p:spPr>
            <a:xfrm>
              <a:off x="9279080" y="857847"/>
              <a:ext cx="210684" cy="7630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600" b="1" spc="-4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"/>
                </a:rPr>
                <a:t>사업개요</a:t>
              </a:r>
              <a:endParaRPr lang="ko-KR" altLang="en-US" sz="800" b="1" spc="-4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"/>
              </a:endParaRPr>
            </a:p>
          </p:txBody>
        </p:sp>
        <p:grpSp>
          <p:nvGrpSpPr>
            <p:cNvPr id="5" name="그룹 4"/>
            <p:cNvGrpSpPr/>
            <p:nvPr userDrawn="1"/>
          </p:nvGrpSpPr>
          <p:grpSpPr>
            <a:xfrm>
              <a:off x="9297135" y="652224"/>
              <a:ext cx="1007259" cy="176469"/>
              <a:chOff x="9219198" y="652224"/>
              <a:chExt cx="1119065" cy="176469"/>
            </a:xfrm>
          </p:grpSpPr>
          <p:grpSp>
            <p:nvGrpSpPr>
              <p:cNvPr id="6" name="그룹 5"/>
              <p:cNvGrpSpPr/>
              <p:nvPr/>
            </p:nvGrpSpPr>
            <p:grpSpPr>
              <a:xfrm>
                <a:off x="9830806" y="652224"/>
                <a:ext cx="201652" cy="176469"/>
                <a:chOff x="5677815" y="900545"/>
                <a:chExt cx="210894" cy="297542"/>
              </a:xfrm>
            </p:grpSpPr>
            <p:sp>
              <p:nvSpPr>
                <p:cNvPr id="16" name="평행 사변형 15"/>
                <p:cNvSpPr/>
                <p:nvPr/>
              </p:nvSpPr>
              <p:spPr>
                <a:xfrm>
                  <a:off x="5677815" y="1121252"/>
                  <a:ext cx="210894" cy="76835"/>
                </a:xfrm>
                <a:prstGeom prst="parallelogram">
                  <a:avLst/>
                </a:prstGeom>
                <a:solidFill>
                  <a:schemeClr val="bg1">
                    <a:lumMod val="85000"/>
                  </a:schemeClr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1">
                    <a:buClrTx/>
                    <a:buFontTx/>
                    <a:buNone/>
                  </a:pPr>
                  <a:endParaRPr lang="ko-KR" altLang="en-US" sz="1600">
                    <a:solidFill>
                      <a:srgbClr val="B4D4EE"/>
                    </a:solidFill>
                  </a:endParaRP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5739338" y="900545"/>
                  <a:ext cx="87845" cy="1715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algn="ctr" latinLnBrk="1">
                    <a:buClrTx/>
                    <a:buFontTx/>
                    <a:buNone/>
                  </a:pPr>
                  <a:r>
                    <a:rPr lang="en-US" altLang="ko-KR" sz="800" spc="-40" dirty="0">
                      <a:ln>
                        <a:solidFill>
                          <a:srgbClr val="5B9BD5">
                            <a:alpha val="0"/>
                          </a:srgbClr>
                        </a:solidFill>
                      </a:ln>
                      <a:solidFill>
                        <a:schemeClr val="bg1">
                          <a:lumMod val="7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"/>
                    </a:rPr>
                    <a:t>Ⅲ</a:t>
                  </a:r>
                  <a:endParaRPr lang="ko-KR" altLang="en-US" sz="800" spc="-4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bg1">
                        <a:lumMod val="7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"/>
                  </a:endParaRPr>
                </a:p>
              </p:txBody>
            </p:sp>
          </p:grpSp>
          <p:grpSp>
            <p:nvGrpSpPr>
              <p:cNvPr id="7" name="그룹 6"/>
              <p:cNvGrpSpPr/>
              <p:nvPr/>
            </p:nvGrpSpPr>
            <p:grpSpPr>
              <a:xfrm>
                <a:off x="10136611" y="652224"/>
                <a:ext cx="201652" cy="176469"/>
                <a:chOff x="5612728" y="900545"/>
                <a:chExt cx="210894" cy="297542"/>
              </a:xfrm>
            </p:grpSpPr>
            <p:sp>
              <p:nvSpPr>
                <p:cNvPr id="14" name="평행 사변형 13"/>
                <p:cNvSpPr/>
                <p:nvPr/>
              </p:nvSpPr>
              <p:spPr>
                <a:xfrm>
                  <a:off x="5612728" y="1121252"/>
                  <a:ext cx="210894" cy="76835"/>
                </a:xfrm>
                <a:prstGeom prst="parallelogram">
                  <a:avLst/>
                </a:prstGeom>
                <a:solidFill>
                  <a:schemeClr val="bg1">
                    <a:lumMod val="85000"/>
                  </a:schemeClr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1">
                    <a:buClrTx/>
                    <a:buFontTx/>
                    <a:buNone/>
                  </a:pPr>
                  <a:endParaRPr lang="ko-KR" altLang="en-US" sz="1600">
                    <a:solidFill>
                      <a:srgbClr val="B4D4EE"/>
                    </a:solidFill>
                  </a:endParaRP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5674251" y="900545"/>
                  <a:ext cx="87845" cy="1715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algn="ctr" latinLnBrk="1">
                    <a:buClrTx/>
                    <a:buFontTx/>
                    <a:buNone/>
                  </a:pPr>
                  <a:r>
                    <a:rPr lang="en-US" altLang="ko-KR" sz="800" spc="-40" dirty="0">
                      <a:ln>
                        <a:solidFill>
                          <a:srgbClr val="5B9BD5">
                            <a:alpha val="0"/>
                          </a:srgbClr>
                        </a:solidFill>
                      </a:ln>
                      <a:solidFill>
                        <a:schemeClr val="bg1">
                          <a:lumMod val="7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"/>
                    </a:rPr>
                    <a:t>Ⅳ</a:t>
                  </a:r>
                  <a:endParaRPr lang="ko-KR" altLang="en-US" sz="800" spc="-4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bg1">
                        <a:lumMod val="7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"/>
                  </a:endParaRPr>
                </a:p>
              </p:txBody>
            </p:sp>
          </p:grpSp>
          <p:grpSp>
            <p:nvGrpSpPr>
              <p:cNvPr id="8" name="그룹 7"/>
              <p:cNvGrpSpPr/>
              <p:nvPr/>
            </p:nvGrpSpPr>
            <p:grpSpPr>
              <a:xfrm>
                <a:off x="9525002" y="652225"/>
                <a:ext cx="201652" cy="176468"/>
                <a:chOff x="9321251" y="511592"/>
                <a:chExt cx="210894" cy="297542"/>
              </a:xfrm>
            </p:grpSpPr>
            <p:sp>
              <p:nvSpPr>
                <p:cNvPr id="12" name="TextBox 11"/>
                <p:cNvSpPr txBox="1"/>
                <p:nvPr/>
              </p:nvSpPr>
              <p:spPr>
                <a:xfrm>
                  <a:off x="9382774" y="511592"/>
                  <a:ext cx="87845" cy="1715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algn="ctr" latinLnBrk="1">
                    <a:buClrTx/>
                    <a:buFontTx/>
                    <a:buNone/>
                  </a:pPr>
                  <a:r>
                    <a:rPr lang="en-US" altLang="ko-KR" sz="800" spc="-40" dirty="0">
                      <a:ln>
                        <a:solidFill>
                          <a:srgbClr val="5B9BD5">
                            <a:alpha val="0"/>
                          </a:srgbClr>
                        </a:solidFill>
                      </a:ln>
                      <a:solidFill>
                        <a:schemeClr val="bg1">
                          <a:lumMod val="7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"/>
                    </a:rPr>
                    <a:t>Ⅱ</a:t>
                  </a:r>
                  <a:endParaRPr lang="ko-KR" altLang="en-US" sz="800" spc="-4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bg1">
                        <a:lumMod val="7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"/>
                  </a:endParaRPr>
                </a:p>
              </p:txBody>
            </p:sp>
            <p:sp>
              <p:nvSpPr>
                <p:cNvPr id="13" name="평행 사변형 12"/>
                <p:cNvSpPr/>
                <p:nvPr/>
              </p:nvSpPr>
              <p:spPr>
                <a:xfrm>
                  <a:off x="9321251" y="732299"/>
                  <a:ext cx="210894" cy="76835"/>
                </a:xfrm>
                <a:prstGeom prst="parallelogram">
                  <a:avLst/>
                </a:prstGeom>
                <a:solidFill>
                  <a:schemeClr val="bg1">
                    <a:lumMod val="85000"/>
                  </a:schemeClr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solidFill>
                      <a:srgbClr val="B4D4EE"/>
                    </a:solidFill>
                  </a:endParaRPr>
                </a:p>
              </p:txBody>
            </p:sp>
          </p:grpSp>
          <p:grpSp>
            <p:nvGrpSpPr>
              <p:cNvPr id="9" name="그룹 8"/>
              <p:cNvGrpSpPr/>
              <p:nvPr/>
            </p:nvGrpSpPr>
            <p:grpSpPr>
              <a:xfrm>
                <a:off x="9219198" y="652225"/>
                <a:ext cx="201652" cy="176468"/>
                <a:chOff x="8971207" y="511592"/>
                <a:chExt cx="210894" cy="297542"/>
              </a:xfrm>
            </p:grpSpPr>
            <p:sp>
              <p:nvSpPr>
                <p:cNvPr id="10" name="평행 사변형 9"/>
                <p:cNvSpPr/>
                <p:nvPr/>
              </p:nvSpPr>
              <p:spPr>
                <a:xfrm>
                  <a:off x="8971207" y="732299"/>
                  <a:ext cx="210894" cy="76835"/>
                </a:xfrm>
                <a:prstGeom prst="parallelogram">
                  <a:avLst/>
                </a:prstGeom>
                <a:solidFill>
                  <a:srgbClr val="0768CA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1">
                    <a:buClrTx/>
                    <a:buFontTx/>
                    <a:buNone/>
                  </a:pPr>
                  <a:endParaRPr lang="ko-KR" altLang="en-US" sz="16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9033532" y="511592"/>
                  <a:ext cx="86242" cy="1715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algn="ctr"/>
                  <a:r>
                    <a:rPr lang="en-US" altLang="ko-KR" sz="800" b="1" spc="-40" dirty="0">
                      <a:ln>
                        <a:solidFill>
                          <a:srgbClr val="5B9BD5">
                            <a:alpha val="0"/>
                          </a:srgbClr>
                        </a:solidFill>
                      </a:ln>
                      <a:solidFill>
                        <a:srgbClr val="0768CA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"/>
                    </a:rPr>
                    <a:t>Ⅰ</a:t>
                  </a:r>
                  <a:endParaRPr lang="ko-KR" altLang="en-US" sz="800" b="1" spc="-4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rgbClr val="0768CA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2199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/>
          <p:cNvSpPr/>
          <p:nvPr userDrawn="1"/>
        </p:nvSpPr>
        <p:spPr>
          <a:xfrm>
            <a:off x="3611903" y="10423202"/>
            <a:ext cx="553357" cy="21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10000"/>
              </a:lnSpc>
            </a:pPr>
            <a:fld id="{8F27EDD0-BDE8-4287-B8B9-498963B3044F}" type="slidenum">
              <a:rPr lang="ko-KR" altLang="en-US" sz="800" kern="1200" spc="-30" smtClean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pPr lvl="0" algn="ctr">
                <a:lnSpc>
                  <a:spcPct val="110000"/>
                </a:lnSpc>
              </a:pPr>
              <a:t>‹#›</a:t>
            </a:fld>
            <a:endParaRPr lang="ko-KR" altLang="en-US" sz="800" kern="1200" spc="-30" dirty="0"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itchFamily="34" charset="0"/>
            </a:endParaRPr>
          </a:p>
        </p:txBody>
      </p:sp>
      <p:pic>
        <p:nvPicPr>
          <p:cNvPr id="86" name="그림 8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27217" y="10435514"/>
            <a:ext cx="389960" cy="166921"/>
          </a:xfrm>
          <a:prstGeom prst="rect">
            <a:avLst/>
          </a:prstGeom>
        </p:spPr>
      </p:pic>
      <p:grpSp>
        <p:nvGrpSpPr>
          <p:cNvPr id="27" name="그룹 26"/>
          <p:cNvGrpSpPr/>
          <p:nvPr userDrawn="1"/>
        </p:nvGrpSpPr>
        <p:grpSpPr>
          <a:xfrm rot="10800000">
            <a:off x="-935955" y="299369"/>
            <a:ext cx="682751" cy="1818304"/>
            <a:chOff x="-1158298" y="-267223"/>
            <a:chExt cx="687802" cy="1831754"/>
          </a:xfrm>
        </p:grpSpPr>
        <p:sp>
          <p:nvSpPr>
            <p:cNvPr id="28" name="모서리가 둥근 직사각형 27"/>
            <p:cNvSpPr/>
            <p:nvPr/>
          </p:nvSpPr>
          <p:spPr>
            <a:xfrm rot="5400000" flipH="1">
              <a:off x="-1154321" y="849953"/>
              <a:ext cx="310793" cy="318746"/>
            </a:xfrm>
            <a:prstGeom prst="roundRect">
              <a:avLst/>
            </a:prstGeom>
            <a:solidFill>
              <a:srgbClr val="DFF2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spc="-3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8" name="모서리가 둥근 직사각형 37"/>
            <p:cNvSpPr/>
            <p:nvPr/>
          </p:nvSpPr>
          <p:spPr>
            <a:xfrm rot="5400000" flipH="1">
              <a:off x="-1154320" y="472203"/>
              <a:ext cx="310793" cy="318747"/>
            </a:xfrm>
            <a:prstGeom prst="roundRect">
              <a:avLst/>
            </a:prstGeom>
            <a:solidFill>
              <a:srgbClr val="C1E5FF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lvl="0" algn="ctr"/>
              <a:endParaRPr lang="ko-KR" altLang="en-US" sz="1600" b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40" name="그룹 39"/>
            <p:cNvGrpSpPr/>
            <p:nvPr/>
          </p:nvGrpSpPr>
          <p:grpSpPr>
            <a:xfrm>
              <a:off x="-789243" y="114585"/>
              <a:ext cx="318746" cy="1050136"/>
              <a:chOff x="-789243" y="473718"/>
              <a:chExt cx="318746" cy="1050136"/>
            </a:xfrm>
          </p:grpSpPr>
          <p:sp>
            <p:nvSpPr>
              <p:cNvPr id="44" name="모서리가 둥근 직사각형 43"/>
              <p:cNvSpPr/>
              <p:nvPr/>
            </p:nvSpPr>
            <p:spPr>
              <a:xfrm rot="5400000" flipH="1">
                <a:off x="-785267" y="469742"/>
                <a:ext cx="310793" cy="318746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defTabSz="1042867"/>
                <a:endParaRPr lang="ko-KR" altLang="en-US" sz="10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rgbClr val="1F4787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45" name="모서리가 둥근 직사각형 44"/>
              <p:cNvSpPr/>
              <p:nvPr/>
            </p:nvSpPr>
            <p:spPr>
              <a:xfrm rot="5400000" flipH="1">
                <a:off x="-785267" y="831336"/>
                <a:ext cx="310793" cy="318746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1100" spc="-28">
                  <a:ln>
                    <a:solidFill>
                      <a:prstClr val="black">
                        <a:alpha val="0"/>
                      </a:prstClr>
                    </a:solidFill>
                    <a:prstDash val="solid"/>
                  </a:ln>
                  <a:solidFill>
                    <a:srgbClr val="2568C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</a:endParaRPr>
              </a:p>
            </p:txBody>
          </p:sp>
          <p:sp>
            <p:nvSpPr>
              <p:cNvPr id="46" name="모서리가 둥근 직사각형 45"/>
              <p:cNvSpPr/>
              <p:nvPr/>
            </p:nvSpPr>
            <p:spPr>
              <a:xfrm rot="5400000" flipH="1">
                <a:off x="-785267" y="1209085"/>
                <a:ext cx="310793" cy="318746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lIns="0" tIns="0" rIns="0" bIns="0" rtlCol="0" anchor="ctr"/>
              <a:lstStyle/>
              <a:p>
                <a:pPr lvl="0" algn="ctr" defTabSz="955545">
                  <a:spcBef>
                    <a:spcPts val="306"/>
                  </a:spcBef>
                  <a:buClr>
                    <a:schemeClr val="tx1">
                      <a:lumMod val="75000"/>
                      <a:lumOff val="25000"/>
                    </a:schemeClr>
                  </a:buClr>
                </a:pPr>
                <a:endParaRPr kumimoji="1" lang="ko-KR" altLang="en-US" sz="700" b="1" spc="-3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41" name="모서리가 둥근 직사각형 40"/>
            <p:cNvSpPr/>
            <p:nvPr userDrawn="1"/>
          </p:nvSpPr>
          <p:spPr>
            <a:xfrm rot="5400000" flipH="1">
              <a:off x="-1154320" y="110609"/>
              <a:ext cx="310793" cy="318747"/>
            </a:xfrm>
            <a:prstGeom prst="roundRect">
              <a:avLst/>
            </a:prstGeom>
            <a:solidFill>
              <a:srgbClr val="038E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100" spc="-28">
                <a:ln>
                  <a:solidFill>
                    <a:prstClr val="black">
                      <a:alpha val="0"/>
                    </a:prstClr>
                  </a:solidFill>
                  <a:prstDash val="solid"/>
                </a:ln>
                <a:solidFill>
                  <a:srgbClr val="2568C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  <p:sp>
          <p:nvSpPr>
            <p:cNvPr id="42" name="모서리가 둥근 직사각형 41"/>
            <p:cNvSpPr/>
            <p:nvPr userDrawn="1"/>
          </p:nvSpPr>
          <p:spPr>
            <a:xfrm rot="5400000" flipH="1">
              <a:off x="-785266" y="1249762"/>
              <a:ext cx="310793" cy="318746"/>
            </a:xfrm>
            <a:prstGeom prst="roundRect">
              <a:avLst/>
            </a:prstGeom>
            <a:solidFill>
              <a:srgbClr val="F15A2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 latinLnBrk="0">
                <a:spcAft>
                  <a:spcPts val="448"/>
                </a:spcAft>
                <a:buClr>
                  <a:srgbClr val="0070C0"/>
                </a:buClr>
              </a:pPr>
              <a:endParaRPr lang="ko-KR" altLang="en-US" sz="1050" spc="-45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3" name="모서리가 둥근 직사각형 42"/>
            <p:cNvSpPr/>
            <p:nvPr/>
          </p:nvSpPr>
          <p:spPr>
            <a:xfrm rot="5400000" flipH="1">
              <a:off x="-1154321" y="-271200"/>
              <a:ext cx="310793" cy="318747"/>
            </a:xfrm>
            <a:prstGeom prst="roundRect">
              <a:avLst/>
            </a:prstGeom>
            <a:solidFill>
              <a:srgbClr val="1047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60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ollehche_v2" panose="02020603020101020101" pitchFamily="18" charset="-127"/>
              </a:endParaRPr>
            </a:p>
          </p:txBody>
        </p:sp>
      </p:grpSp>
      <p:grpSp>
        <p:nvGrpSpPr>
          <p:cNvPr id="2" name="그룹 1"/>
          <p:cNvGrpSpPr/>
          <p:nvPr userDrawn="1"/>
        </p:nvGrpSpPr>
        <p:grpSpPr>
          <a:xfrm>
            <a:off x="295003" y="10435514"/>
            <a:ext cx="2753450" cy="246221"/>
            <a:chOff x="356337" y="7169614"/>
            <a:chExt cx="2753450" cy="246221"/>
          </a:xfrm>
        </p:grpSpPr>
        <p:pic>
          <p:nvPicPr>
            <p:cNvPr id="47" name="그림 4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56337" y="7169614"/>
              <a:ext cx="1439857" cy="246221"/>
            </a:xfrm>
            <a:prstGeom prst="rect">
              <a:avLst/>
            </a:prstGeom>
          </p:spPr>
        </p:pic>
        <p:sp>
          <p:nvSpPr>
            <p:cNvPr id="48" name="직사각형 47"/>
            <p:cNvSpPr/>
            <p:nvPr userDrawn="1"/>
          </p:nvSpPr>
          <p:spPr>
            <a:xfrm>
              <a:off x="1688244" y="7169614"/>
              <a:ext cx="142154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algn="l" defTabSz="995507" rtl="0" eaLnBrk="1" latinLnBrk="1" hangingPunct="1"/>
              <a:r>
                <a:rPr lang="en-US" altLang="ko-KR" sz="800" b="0" kern="1200" spc="-4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"/>
                </a:rPr>
                <a:t>AI</a:t>
              </a:r>
              <a:r>
                <a:rPr lang="ko-KR" altLang="ko-KR" sz="800" b="0" kern="1200" spc="-4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"/>
                </a:rPr>
                <a:t>디지털교과서 콜센터 위탁운영</a:t>
              </a:r>
              <a:endParaRPr lang="ko-KR" altLang="en-US" sz="800" b="0" kern="1200" spc="-4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"/>
              </a:endParaRPr>
            </a:p>
          </p:txBody>
        </p:sp>
      </p:grpSp>
      <p:grpSp>
        <p:nvGrpSpPr>
          <p:cNvPr id="49" name="그룹 48"/>
          <p:cNvGrpSpPr/>
          <p:nvPr userDrawn="1"/>
        </p:nvGrpSpPr>
        <p:grpSpPr>
          <a:xfrm flipV="1">
            <a:off x="-1" y="918145"/>
            <a:ext cx="504205" cy="72453"/>
            <a:chOff x="100013" y="555220"/>
            <a:chExt cx="438944" cy="51999"/>
          </a:xfrm>
        </p:grpSpPr>
        <p:cxnSp>
          <p:nvCxnSpPr>
            <p:cNvPr id="50" name="직선 연결선 49"/>
            <p:cNvCxnSpPr/>
            <p:nvPr/>
          </p:nvCxnSpPr>
          <p:spPr>
            <a:xfrm flipV="1">
              <a:off x="100013" y="555220"/>
              <a:ext cx="438944" cy="0"/>
            </a:xfrm>
            <a:prstGeom prst="line">
              <a:avLst/>
            </a:prstGeom>
            <a:ln w="9525" cap="rnd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/>
            <p:cNvCxnSpPr/>
            <p:nvPr/>
          </p:nvCxnSpPr>
          <p:spPr>
            <a:xfrm flipV="1">
              <a:off x="471488" y="555221"/>
              <a:ext cx="67469" cy="51998"/>
            </a:xfrm>
            <a:prstGeom prst="line">
              <a:avLst/>
            </a:prstGeom>
            <a:ln w="9525" cap="rnd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직선 연결선 68"/>
          <p:cNvCxnSpPr/>
          <p:nvPr userDrawn="1"/>
        </p:nvCxnSpPr>
        <p:spPr>
          <a:xfrm>
            <a:off x="4165260" y="1010932"/>
            <a:ext cx="3611903" cy="0"/>
          </a:xfrm>
          <a:prstGeom prst="line">
            <a:avLst/>
          </a:prstGeom>
          <a:ln w="12700">
            <a:gradFill>
              <a:gsLst>
                <a:gs pos="4000">
                  <a:srgbClr val="F4F4F4"/>
                </a:gs>
                <a:gs pos="0">
                  <a:schemeClr val="bg1"/>
                </a:gs>
                <a:gs pos="93000">
                  <a:schemeClr val="bg1">
                    <a:lumMod val="85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606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36625" rtl="0" eaLnBrk="0" fontAlgn="base" latinLnBrk="1" hangingPunct="0">
        <a:spcBef>
          <a:spcPct val="0"/>
        </a:spcBef>
        <a:spcAft>
          <a:spcPct val="0"/>
        </a:spcAft>
        <a:defRPr kumimoji="1" sz="45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36625" rtl="0" eaLnBrk="0" fontAlgn="base" latinLnBrk="1" hangingPunct="0">
        <a:spcBef>
          <a:spcPct val="0"/>
        </a:spcBef>
        <a:spcAft>
          <a:spcPct val="0"/>
        </a:spcAft>
        <a:defRPr kumimoji="1" sz="45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defTabSz="936625" rtl="0" eaLnBrk="0" fontAlgn="base" latinLnBrk="1" hangingPunct="0">
        <a:spcBef>
          <a:spcPct val="0"/>
        </a:spcBef>
        <a:spcAft>
          <a:spcPct val="0"/>
        </a:spcAft>
        <a:defRPr kumimoji="1" sz="45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defTabSz="936625" rtl="0" eaLnBrk="0" fontAlgn="base" latinLnBrk="1" hangingPunct="0">
        <a:spcBef>
          <a:spcPct val="0"/>
        </a:spcBef>
        <a:spcAft>
          <a:spcPct val="0"/>
        </a:spcAft>
        <a:defRPr kumimoji="1" sz="45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defTabSz="936625" rtl="0" eaLnBrk="0" fontAlgn="base" latinLnBrk="1" hangingPunct="0">
        <a:spcBef>
          <a:spcPct val="0"/>
        </a:spcBef>
        <a:spcAft>
          <a:spcPct val="0"/>
        </a:spcAft>
        <a:defRPr kumimoji="1" sz="45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defTabSz="936625" rtl="0" fontAlgn="base" latinLnBrk="1">
        <a:spcBef>
          <a:spcPct val="0"/>
        </a:spcBef>
        <a:spcAft>
          <a:spcPct val="0"/>
        </a:spcAft>
        <a:defRPr kumimoji="1" sz="45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defTabSz="936625" rtl="0" fontAlgn="base" latinLnBrk="1">
        <a:spcBef>
          <a:spcPct val="0"/>
        </a:spcBef>
        <a:spcAft>
          <a:spcPct val="0"/>
        </a:spcAft>
        <a:defRPr kumimoji="1" sz="45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defTabSz="936625" rtl="0" fontAlgn="base" latinLnBrk="1">
        <a:spcBef>
          <a:spcPct val="0"/>
        </a:spcBef>
        <a:spcAft>
          <a:spcPct val="0"/>
        </a:spcAft>
        <a:defRPr kumimoji="1" sz="45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defTabSz="936625" rtl="0" fontAlgn="base" latinLnBrk="1">
        <a:spcBef>
          <a:spcPct val="0"/>
        </a:spcBef>
        <a:spcAft>
          <a:spcPct val="0"/>
        </a:spcAft>
        <a:defRPr kumimoji="1" sz="45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50838" indent="-350838" algn="l" defTabSz="936625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300">
          <a:solidFill>
            <a:schemeClr val="tx1"/>
          </a:solidFill>
          <a:latin typeface="+mn-lt"/>
          <a:ea typeface="+mn-ea"/>
          <a:cs typeface="+mn-cs"/>
        </a:defRPr>
      </a:lvl1pPr>
      <a:lvl2pPr marL="760413" indent="-292100" algn="l" defTabSz="936625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900">
          <a:solidFill>
            <a:schemeClr val="tx1"/>
          </a:solidFill>
          <a:latin typeface="+mn-lt"/>
          <a:ea typeface="+mn-ea"/>
        </a:defRPr>
      </a:lvl2pPr>
      <a:lvl3pPr marL="1169988" indent="-233363" algn="l" defTabSz="936625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500">
          <a:solidFill>
            <a:schemeClr val="tx1"/>
          </a:solidFill>
          <a:latin typeface="+mn-lt"/>
          <a:ea typeface="+mn-ea"/>
        </a:defRPr>
      </a:lvl3pPr>
      <a:lvl4pPr marL="1638300" indent="-234950" algn="l" defTabSz="936625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106613" indent="-234950" algn="l" defTabSz="936625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63813" indent="-234950" algn="l" defTabSz="936625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3021013" indent="-234950" algn="l" defTabSz="936625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78213" indent="-234950" algn="l" defTabSz="936625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935413" indent="-234950" algn="l" defTabSz="936625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84" userDrawn="1">
          <p15:clr>
            <a:srgbClr val="F26B43"/>
          </p15:clr>
        </p15:guide>
        <p15:guide id="2" pos="227" userDrawn="1">
          <p15:clr>
            <a:srgbClr val="F26B43"/>
          </p15:clr>
        </p15:guide>
        <p15:guide id="3" pos="4672" userDrawn="1">
          <p15:clr>
            <a:srgbClr val="F26B43"/>
          </p15:clr>
        </p15:guide>
        <p15:guide id="5" orient="horz" pos="624" userDrawn="1">
          <p15:clr>
            <a:srgbClr val="F26B43"/>
          </p15:clr>
        </p15:guide>
        <p15:guide id="6" orient="horz" pos="883" userDrawn="1">
          <p15:clr>
            <a:srgbClr val="F26B43"/>
          </p15:clr>
        </p15:guide>
        <p15:guide id="7" orient="horz" pos="1440" userDrawn="1">
          <p15:clr>
            <a:srgbClr val="F26B43"/>
          </p15:clr>
        </p15:guide>
        <p15:guide id="8" orient="horz" pos="12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 bwMode="auto">
          <a:xfrm>
            <a:off x="4689" y="0"/>
            <a:ext cx="7777163" cy="10909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36625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E"/>
              </a:buClr>
              <a:buSzTx/>
              <a:buFont typeface="Wingdings" pitchFamily="2" charset="2"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C41C2A-FEDE-43FA-86F0-277853E61F68}"/>
              </a:ext>
            </a:extLst>
          </p:cNvPr>
          <p:cNvSpPr/>
          <p:nvPr/>
        </p:nvSpPr>
        <p:spPr>
          <a:xfrm>
            <a:off x="0" y="1964662"/>
            <a:ext cx="7777163" cy="1176982"/>
          </a:xfrm>
          <a:prstGeom prst="rect">
            <a:avLst/>
          </a:prstGeom>
          <a:solidFill>
            <a:srgbClr val="1047C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indent="-180975" defTabSz="995507">
              <a:buClr>
                <a:prstClr val="white">
                  <a:lumMod val="65000"/>
                </a:prstClr>
              </a:buClr>
              <a:buSzPct val="80000"/>
            </a:pPr>
            <a:r>
              <a:rPr lang="en-US" altLang="ko-KR" sz="280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ollehche_v2" panose="02020603020101020101" pitchFamily="18" charset="-127"/>
              </a:rPr>
              <a:t>[</a:t>
            </a:r>
            <a:r>
              <a:rPr lang="ko-KR" altLang="en-US" sz="280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ollehche_v2" panose="02020603020101020101" pitchFamily="18" charset="-127"/>
              </a:rPr>
              <a:t>한국교육학술정보원</a:t>
            </a:r>
            <a:r>
              <a:rPr lang="en-US" altLang="ko-KR" sz="280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ollehche_v2" panose="02020603020101020101" pitchFamily="18" charset="-127"/>
              </a:rPr>
              <a:t>] </a:t>
            </a:r>
            <a:r>
              <a:rPr lang="ko-KR" altLang="en-US" sz="2800" spc="-10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ollehche_v2" panose="02020603020101020101" pitchFamily="18" charset="-127"/>
              </a:rPr>
              <a:t>표목간</a:t>
            </a:r>
            <a:r>
              <a:rPr lang="ko-KR" altLang="en-US" sz="280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ollehche_v2" panose="02020603020101020101" pitchFamily="18" charset="-127"/>
              </a:rPr>
              <a:t> 및 템플릿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872" y="876300"/>
            <a:ext cx="4297418" cy="873126"/>
          </a:xfrm>
          <a:prstGeom prst="rect">
            <a:avLst/>
          </a:prstGeom>
        </p:spPr>
      </p:pic>
      <p:grpSp>
        <p:nvGrpSpPr>
          <p:cNvPr id="18" name="그룹 17"/>
          <p:cNvGrpSpPr/>
          <p:nvPr/>
        </p:nvGrpSpPr>
        <p:grpSpPr>
          <a:xfrm>
            <a:off x="924268" y="3678654"/>
            <a:ext cx="5745558" cy="2849302"/>
            <a:chOff x="876750" y="2948005"/>
            <a:chExt cx="6761276" cy="3353009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3"/>
            <a:srcRect b="1540"/>
            <a:stretch/>
          </p:blipFill>
          <p:spPr>
            <a:xfrm>
              <a:off x="876750" y="2955070"/>
              <a:ext cx="4132376" cy="3345944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31593" y="2948005"/>
              <a:ext cx="2506433" cy="3191552"/>
            </a:xfrm>
            <a:prstGeom prst="rect">
              <a:avLst/>
            </a:prstGeom>
          </p:spPr>
        </p:pic>
      </p:grpSp>
      <p:grpSp>
        <p:nvGrpSpPr>
          <p:cNvPr id="3" name="그룹 2"/>
          <p:cNvGrpSpPr/>
          <p:nvPr/>
        </p:nvGrpSpPr>
        <p:grpSpPr>
          <a:xfrm>
            <a:off x="2047380" y="6997025"/>
            <a:ext cx="3717907" cy="1396029"/>
            <a:chOff x="2047380" y="7311404"/>
            <a:chExt cx="3717907" cy="1396029"/>
          </a:xfrm>
        </p:grpSpPr>
        <p:sp>
          <p:nvSpPr>
            <p:cNvPr id="22" name="모서리가 둥근 직사각형 21"/>
            <p:cNvSpPr/>
            <p:nvPr/>
          </p:nvSpPr>
          <p:spPr>
            <a:xfrm rot="10800000" flipH="1">
              <a:off x="2858871" y="7311405"/>
              <a:ext cx="630816" cy="646958"/>
            </a:xfrm>
            <a:prstGeom prst="roundRect">
              <a:avLst/>
            </a:prstGeom>
            <a:solidFill>
              <a:srgbClr val="DFF2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spc="-3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3" name="모서리가 둥근 직사각형 22"/>
            <p:cNvSpPr/>
            <p:nvPr/>
          </p:nvSpPr>
          <p:spPr>
            <a:xfrm rot="10800000" flipH="1">
              <a:off x="3625588" y="7311406"/>
              <a:ext cx="630816" cy="646960"/>
            </a:xfrm>
            <a:prstGeom prst="roundRect">
              <a:avLst/>
            </a:prstGeom>
            <a:solidFill>
              <a:srgbClr val="C1E5FF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lvl="0" algn="ctr"/>
              <a:endParaRPr lang="ko-KR" altLang="en-US" sz="1600" b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8" name="모서리가 둥근 직사각형 27"/>
            <p:cNvSpPr/>
            <p:nvPr/>
          </p:nvSpPr>
          <p:spPr>
            <a:xfrm rot="10800000" flipH="1">
              <a:off x="4359515" y="8060473"/>
              <a:ext cx="630816" cy="646958"/>
            </a:xfrm>
            <a:prstGeom prst="round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1042867"/>
              <a:endParaRPr lang="ko-KR" altLang="en-US"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1F4787"/>
                </a:solidFill>
                <a:latin typeface="KoPub돋움체 Medium" pitchFamily="18" charset="-127"/>
                <a:ea typeface="KoPub돋움체 Medium" pitchFamily="18" charset="-127"/>
              </a:endParaRPr>
            </a:p>
          </p:txBody>
        </p:sp>
        <p:sp>
          <p:nvSpPr>
            <p:cNvPr id="29" name="모서리가 둥근 직사각형 28"/>
            <p:cNvSpPr/>
            <p:nvPr/>
          </p:nvSpPr>
          <p:spPr>
            <a:xfrm rot="10800000" flipH="1">
              <a:off x="3625589" y="8060473"/>
              <a:ext cx="630816" cy="64695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100" spc="-28">
                <a:ln>
                  <a:solidFill>
                    <a:prstClr val="black">
                      <a:alpha val="0"/>
                    </a:prstClr>
                  </a:solidFill>
                  <a:prstDash val="solid"/>
                </a:ln>
                <a:solidFill>
                  <a:srgbClr val="2568C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  <p:sp>
          <p:nvSpPr>
            <p:cNvPr id="30" name="모서리가 둥근 직사각형 29"/>
            <p:cNvSpPr/>
            <p:nvPr/>
          </p:nvSpPr>
          <p:spPr>
            <a:xfrm rot="10800000" flipH="1">
              <a:off x="2858873" y="8060473"/>
              <a:ext cx="630816" cy="64695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lvl="0" algn="ctr" defTabSz="955545">
                <a:spcBef>
                  <a:spcPts val="306"/>
                </a:spcBef>
                <a:buClr>
                  <a:schemeClr val="tx1">
                    <a:lumMod val="75000"/>
                    <a:lumOff val="25000"/>
                  </a:schemeClr>
                </a:buClr>
              </a:pPr>
              <a:endParaRPr kumimoji="1" lang="ko-KR" altLang="en-US" sz="700" b="1" spc="-3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5" name="모서리가 둥근 직사각형 24"/>
            <p:cNvSpPr/>
            <p:nvPr/>
          </p:nvSpPr>
          <p:spPr>
            <a:xfrm rot="10800000" flipH="1">
              <a:off x="4359515" y="7311406"/>
              <a:ext cx="630816" cy="646960"/>
            </a:xfrm>
            <a:prstGeom prst="roundRect">
              <a:avLst/>
            </a:prstGeom>
            <a:solidFill>
              <a:srgbClr val="038E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100" spc="-28">
                <a:ln>
                  <a:solidFill>
                    <a:prstClr val="black">
                      <a:alpha val="0"/>
                    </a:prstClr>
                  </a:solidFill>
                  <a:prstDash val="solid"/>
                </a:ln>
                <a:solidFill>
                  <a:srgbClr val="2568C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  <p:sp>
          <p:nvSpPr>
            <p:cNvPr id="26" name="모서리가 둥근 직사각형 25"/>
            <p:cNvSpPr/>
            <p:nvPr/>
          </p:nvSpPr>
          <p:spPr>
            <a:xfrm rot="10800000" flipH="1">
              <a:off x="2047380" y="8060475"/>
              <a:ext cx="630816" cy="646958"/>
            </a:xfrm>
            <a:prstGeom prst="roundRect">
              <a:avLst/>
            </a:prstGeom>
            <a:solidFill>
              <a:srgbClr val="F15A2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 latinLnBrk="0">
                <a:spcAft>
                  <a:spcPts val="448"/>
                </a:spcAft>
                <a:buClr>
                  <a:srgbClr val="0070C0"/>
                </a:buClr>
              </a:pPr>
              <a:endParaRPr lang="ko-KR" altLang="en-US" sz="1050" spc="-45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7" name="모서리가 둥근 직사각형 26"/>
            <p:cNvSpPr/>
            <p:nvPr/>
          </p:nvSpPr>
          <p:spPr>
            <a:xfrm rot="10800000" flipH="1">
              <a:off x="5134471" y="7311404"/>
              <a:ext cx="630816" cy="646960"/>
            </a:xfrm>
            <a:prstGeom prst="roundRect">
              <a:avLst/>
            </a:prstGeom>
            <a:solidFill>
              <a:srgbClr val="1047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60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ollehche_v2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398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38937" y="1321874"/>
            <a:ext cx="7099288" cy="624935"/>
            <a:chOff x="357249" y="1406962"/>
            <a:chExt cx="7059549" cy="624935"/>
          </a:xfrm>
        </p:grpSpPr>
        <p:pic>
          <p:nvPicPr>
            <p:cNvPr id="162" name="Picture 72" descr="악세사리">
              <a:extLst>
                <a:ext uri="{FF2B5EF4-FFF2-40B4-BE49-F238E27FC236}">
                  <a16:creationId xmlns:a16="http://schemas.microsoft.com/office/drawing/2014/main" id="{A4381122-A4C9-4515-BD56-FEF3C55002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V="1">
              <a:off x="941947" y="1820042"/>
              <a:ext cx="4950066" cy="211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4" name="그룹 163"/>
            <p:cNvGrpSpPr/>
            <p:nvPr/>
          </p:nvGrpSpPr>
          <p:grpSpPr>
            <a:xfrm>
              <a:off x="408022" y="1461391"/>
              <a:ext cx="7008776" cy="365439"/>
              <a:chOff x="740964" y="2121706"/>
              <a:chExt cx="7518971" cy="332217"/>
            </a:xfrm>
          </p:grpSpPr>
          <p:sp>
            <p:nvSpPr>
              <p:cNvPr id="170" name="모서리가 둥근 직사각형 169"/>
              <p:cNvSpPr/>
              <p:nvPr/>
            </p:nvSpPr>
            <p:spPr>
              <a:xfrm>
                <a:off x="740964" y="2159488"/>
                <a:ext cx="7518971" cy="29443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8100" dist="12700" dir="5400000" algn="t" rotWithShape="0">
                  <a:prstClr val="black">
                    <a:alpha val="3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233135" bIns="0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6350"/>
                </a:sp3d>
              </a:bodyPr>
              <a:lstStyle/>
              <a:p>
                <a:pPr algn="ctr"/>
                <a:endParaRPr lang="ko-KR" altLang="en-US" sz="1943" spc="-3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71" name="모서리가 둥근 직사각형 170"/>
              <p:cNvSpPr/>
              <p:nvPr/>
            </p:nvSpPr>
            <p:spPr>
              <a:xfrm>
                <a:off x="740964" y="2121706"/>
                <a:ext cx="7518971" cy="300354"/>
              </a:xfrm>
              <a:prstGeom prst="roundRect">
                <a:avLst/>
              </a:prstGeom>
              <a:solidFill>
                <a:srgbClr val="1047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95507"/>
                <a:r>
                  <a:rPr lang="ko-KR" altLang="en-US" sz="1400" spc="-10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  <a:cs typeface="ollehche_v2" panose="02020603020101020101" pitchFamily="18" charset="-127"/>
                  </a:rPr>
                  <a:t>시스템 아키텍처 구성도</a:t>
                </a:r>
              </a:p>
            </p:txBody>
          </p:sp>
        </p:grpSp>
        <p:grpSp>
          <p:nvGrpSpPr>
            <p:cNvPr id="166" name="그룹 165"/>
            <p:cNvGrpSpPr/>
            <p:nvPr/>
          </p:nvGrpSpPr>
          <p:grpSpPr>
            <a:xfrm>
              <a:off x="357249" y="1406962"/>
              <a:ext cx="733868" cy="285956"/>
              <a:chOff x="677023" y="3112618"/>
              <a:chExt cx="927002" cy="285775"/>
            </a:xfrm>
          </p:grpSpPr>
          <p:sp>
            <p:nvSpPr>
              <p:cNvPr id="167" name="대각선 방향의 모서리가 둥근 사각형 166"/>
              <p:cNvSpPr/>
              <p:nvPr/>
            </p:nvSpPr>
            <p:spPr>
              <a:xfrm>
                <a:off x="677023" y="3112618"/>
                <a:ext cx="927002" cy="285775"/>
              </a:xfrm>
              <a:prstGeom prst="round2DiagRect">
                <a:avLst>
                  <a:gd name="adj1" fmla="val 32145"/>
                  <a:gd name="adj2" fmla="val 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chemeClr val="bg1"/>
                  </a:gs>
                </a:gsLst>
                <a:lin ang="5400000" scaled="0"/>
                <a:tileRect/>
              </a:gradFill>
              <a:ln w="15875">
                <a:gradFill flip="none" rotWithShape="1">
                  <a:gsLst>
                    <a:gs pos="100000">
                      <a:srgbClr val="0B3D72"/>
                    </a:gs>
                    <a:gs pos="0">
                      <a:srgbClr val="0B3D72">
                        <a:alpha val="0"/>
                      </a:srgbClr>
                    </a:gs>
                  </a:gsLst>
                  <a:lin ang="7200000" scaled="0"/>
                  <a:tileRect/>
                </a:gradFill>
                <a:round/>
                <a:headEnd/>
                <a:tailEnd/>
              </a:ln>
              <a:effectLst>
                <a:outerShdw blurRad="50800" dist="25400" dir="54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68" name="대각선 방향의 모서리가 둥근 사각형 167"/>
              <p:cNvSpPr/>
              <p:nvPr/>
            </p:nvSpPr>
            <p:spPr>
              <a:xfrm>
                <a:off x="702533" y="3139245"/>
                <a:ext cx="875985" cy="232523"/>
              </a:xfrm>
              <a:prstGeom prst="round2DiagRect">
                <a:avLst>
                  <a:gd name="adj1" fmla="val 32726"/>
                  <a:gd name="adj2" fmla="val 0"/>
                </a:avLst>
              </a:prstGeom>
              <a:gradFill>
                <a:gsLst>
                  <a:gs pos="100000">
                    <a:srgbClr val="C4C4C4"/>
                  </a:gs>
                  <a:gs pos="91000">
                    <a:srgbClr val="D1D1D1"/>
                  </a:gs>
                  <a:gs pos="0">
                    <a:schemeClr val="bg1"/>
                  </a:gs>
                </a:gsLst>
                <a:lin ang="8100000" scaled="1"/>
              </a:gra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69" name="TextBox 168"/>
              <p:cNvSpPr txBox="1"/>
              <p:nvPr/>
            </p:nvSpPr>
            <p:spPr bwMode="gray">
              <a:xfrm>
                <a:off x="698899" y="3141043"/>
                <a:ext cx="859188" cy="2030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2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rgbClr val="0B3D72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K</a:t>
                </a:r>
                <a:r>
                  <a:rPr lang="en-US" altLang="ko-KR" sz="10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EY POINT</a:t>
                </a:r>
                <a:endParaRPr lang="ko-KR" altLang="en-US" sz="1000" i="1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</p:grpSp>
      <p:grpSp>
        <p:nvGrpSpPr>
          <p:cNvPr id="23" name="그룹 22"/>
          <p:cNvGrpSpPr/>
          <p:nvPr/>
        </p:nvGrpSpPr>
        <p:grpSpPr>
          <a:xfrm>
            <a:off x="471245" y="388012"/>
            <a:ext cx="5721592" cy="677108"/>
            <a:chOff x="517344" y="264655"/>
            <a:chExt cx="5721592" cy="677108"/>
          </a:xfrm>
        </p:grpSpPr>
        <p:sp>
          <p:nvSpPr>
            <p:cNvPr id="24" name="TextBox 23"/>
            <p:cNvSpPr txBox="1"/>
            <p:nvPr/>
          </p:nvSpPr>
          <p:spPr>
            <a:xfrm>
              <a:off x="517344" y="264655"/>
              <a:ext cx="73606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defTabSz="932534">
                <a:spcBef>
                  <a:spcPts val="1019"/>
                </a:spcBef>
              </a:pPr>
              <a:r>
                <a:rPr lang="en-US" altLang="ko-KR" sz="4400" spc="-4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0</a:t>
              </a:r>
              <a:r>
                <a:rPr lang="en-US" altLang="ko-KR" sz="4400" spc="-4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047C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en-US" altLang="ko-KR" sz="5000" spc="-40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1047C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6" name="대각선 방향의 모서리가 잘린 사각형 25"/>
            <p:cNvSpPr/>
            <p:nvPr/>
          </p:nvSpPr>
          <p:spPr>
            <a:xfrm>
              <a:off x="1238188" y="540030"/>
              <a:ext cx="5000748" cy="330389"/>
            </a:xfrm>
            <a:prstGeom prst="snip2DiagRect">
              <a:avLst>
                <a:gd name="adj1" fmla="val 0"/>
                <a:gd name="adj2" fmla="val 34317"/>
              </a:avLst>
            </a:prstGeom>
            <a:solidFill>
              <a:srgbClr val="1047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rtlCol="0" anchor="ctr"/>
            <a:lstStyle/>
            <a:p>
              <a:pPr defTabSz="995507"/>
              <a:r>
                <a:rPr lang="en-US" altLang="ko-KR" sz="1600" b="1" spc="-6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IPCC </a:t>
              </a:r>
              <a:r>
                <a:rPr lang="ko-KR" altLang="en-US" sz="1600" b="1" spc="-6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시스템 구성</a:t>
              </a:r>
            </a:p>
          </p:txBody>
        </p:sp>
      </p:grpSp>
      <p:sp>
        <p:nvSpPr>
          <p:cNvPr id="30" name="모서리가 둥근 직사각형 64">
            <a:extLst>
              <a:ext uri="{FF2B5EF4-FFF2-40B4-BE49-F238E27FC236}">
                <a16:creationId xmlns:a16="http://schemas.microsoft.com/office/drawing/2014/main" id="{87014AF4-A090-1057-69C0-BFC1519311F2}"/>
              </a:ext>
            </a:extLst>
          </p:cNvPr>
          <p:cNvSpPr/>
          <p:nvPr/>
        </p:nvSpPr>
        <p:spPr>
          <a:xfrm>
            <a:off x="406521" y="2119012"/>
            <a:ext cx="1483573" cy="348776"/>
          </a:xfrm>
          <a:prstGeom prst="roundRect">
            <a:avLst>
              <a:gd name="adj" fmla="val 10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모서리가 둥근 직사각형 46">
            <a:extLst>
              <a:ext uri="{FF2B5EF4-FFF2-40B4-BE49-F238E27FC236}">
                <a16:creationId xmlns:a16="http://schemas.microsoft.com/office/drawing/2014/main" id="{6A2A2DB3-A908-ECC9-CAD5-18FA93E1E9D3}"/>
              </a:ext>
            </a:extLst>
          </p:cNvPr>
          <p:cNvSpPr/>
          <p:nvPr/>
        </p:nvSpPr>
        <p:spPr>
          <a:xfrm>
            <a:off x="458661" y="1865813"/>
            <a:ext cx="6993727" cy="1031755"/>
          </a:xfrm>
          <a:prstGeom prst="roundRect">
            <a:avLst>
              <a:gd name="adj" fmla="val 5796"/>
            </a:avLst>
          </a:prstGeom>
          <a:solidFill>
            <a:schemeClr val="bg1"/>
          </a:solidFill>
          <a:ln w="9525">
            <a:solidFill>
              <a:srgbClr val="039FE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8673">
              <a:lnSpc>
                <a:spcPct val="110000"/>
              </a:lnSpc>
              <a:buSzPct val="80000"/>
              <a:defRPr/>
            </a:pP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제시된 아키텍처는 기존 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IPCC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 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기반 </a:t>
            </a:r>
            <a:r>
              <a:rPr lang="ko-KR" altLang="en-US" sz="1200" b="1" spc="-58" dirty="0" err="1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컨택센터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(AICC)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로 발전시키는 혁신적인 구조를 보여줍니다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b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10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Data Preprocessing Layer: </a:t>
            </a:r>
            <a:r>
              <a:rPr lang="ko-KR" altLang="en-US" sz="10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수집된 데이터의 정제 및 구조화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10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Knowledge Base: Vector Database </a:t>
            </a:r>
            <a:r>
              <a:rPr lang="ko-KR" altLang="en-US" sz="10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기반 지식 저장소 구축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10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User Action: </a:t>
            </a:r>
            <a:r>
              <a:rPr lang="ko-KR" altLang="en-US" sz="10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사용자 요청 처리 및 응답 생성</a:t>
            </a:r>
          </a:p>
        </p:txBody>
      </p:sp>
      <p:sp>
        <p:nvSpPr>
          <p:cNvPr id="32" name="자유형 50">
            <a:extLst>
              <a:ext uri="{FF2B5EF4-FFF2-40B4-BE49-F238E27FC236}">
                <a16:creationId xmlns:a16="http://schemas.microsoft.com/office/drawing/2014/main" id="{2890BBA0-C7F9-C9D9-2F98-1E58CEC04ABF}"/>
              </a:ext>
            </a:extLst>
          </p:cNvPr>
          <p:cNvSpPr/>
          <p:nvPr/>
        </p:nvSpPr>
        <p:spPr>
          <a:xfrm>
            <a:off x="361614" y="1797682"/>
            <a:ext cx="391180" cy="374500"/>
          </a:xfrm>
          <a:custGeom>
            <a:avLst/>
            <a:gdLst>
              <a:gd name="connsiteX0" fmla="*/ 33240 w 167693"/>
              <a:gd name="connsiteY0" fmla="*/ 0 h 167693"/>
              <a:gd name="connsiteX1" fmla="*/ 167693 w 167693"/>
              <a:gd name="connsiteY1" fmla="*/ 0 h 167693"/>
              <a:gd name="connsiteX2" fmla="*/ 0 w 167693"/>
              <a:gd name="connsiteY2" fmla="*/ 167693 h 167693"/>
              <a:gd name="connsiteX3" fmla="*/ 0 w 167693"/>
              <a:gd name="connsiteY3" fmla="*/ 33240 h 167693"/>
              <a:gd name="connsiteX4" fmla="*/ 33240 w 167693"/>
              <a:gd name="connsiteY4" fmla="*/ 0 h 16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693" h="167693">
                <a:moveTo>
                  <a:pt x="33240" y="0"/>
                </a:moveTo>
                <a:lnTo>
                  <a:pt x="167693" y="0"/>
                </a:lnTo>
                <a:lnTo>
                  <a:pt x="0" y="167693"/>
                </a:lnTo>
                <a:lnTo>
                  <a:pt x="0" y="33240"/>
                </a:lnTo>
                <a:cubicBezTo>
                  <a:pt x="0" y="14882"/>
                  <a:pt x="14882" y="0"/>
                  <a:pt x="33240" y="0"/>
                </a:cubicBezTo>
                <a:close/>
              </a:path>
            </a:pathLst>
          </a:custGeom>
          <a:solidFill>
            <a:srgbClr val="03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n>
                <a:solidFill>
                  <a:srgbClr val="D9D9D9">
                    <a:alpha val="0"/>
                  </a:srgbClr>
                </a:solidFill>
              </a:ln>
            </a:endParaRPr>
          </a:p>
        </p:txBody>
      </p:sp>
      <p:sp>
        <p:nvSpPr>
          <p:cNvPr id="52" name="모서리가 둥근 직사각형 68">
            <a:extLst>
              <a:ext uri="{FF2B5EF4-FFF2-40B4-BE49-F238E27FC236}">
                <a16:creationId xmlns:a16="http://schemas.microsoft.com/office/drawing/2014/main" id="{D47BF8C5-EBEA-8FD3-CB9C-7882555F2C23}"/>
              </a:ext>
            </a:extLst>
          </p:cNvPr>
          <p:cNvSpPr/>
          <p:nvPr/>
        </p:nvSpPr>
        <p:spPr>
          <a:xfrm>
            <a:off x="3994577" y="2968216"/>
            <a:ext cx="3343559" cy="828407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3" name="모서리가 둥근 직사각형 69">
            <a:extLst>
              <a:ext uri="{FF2B5EF4-FFF2-40B4-BE49-F238E27FC236}">
                <a16:creationId xmlns:a16="http://schemas.microsoft.com/office/drawing/2014/main" id="{23463EB6-06BA-C0DC-1712-2216C6F7A80F}"/>
              </a:ext>
            </a:extLst>
          </p:cNvPr>
          <p:cNvSpPr/>
          <p:nvPr/>
        </p:nvSpPr>
        <p:spPr>
          <a:xfrm>
            <a:off x="4018366" y="3013008"/>
            <a:ext cx="3298065" cy="232615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en-US" altLang="ko-KR" sz="10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Contact Management  </a:t>
            </a:r>
            <a:r>
              <a:rPr lang="en-US" altLang="ko-KR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Systems</a:t>
            </a:r>
          </a:p>
        </p:txBody>
      </p:sp>
      <p:sp>
        <p:nvSpPr>
          <p:cNvPr id="54" name="모서리가 둥근 직사각형 70">
            <a:extLst>
              <a:ext uri="{FF2B5EF4-FFF2-40B4-BE49-F238E27FC236}">
                <a16:creationId xmlns:a16="http://schemas.microsoft.com/office/drawing/2014/main" id="{8424FAB0-2A0A-E669-78B7-0C0797D5C258}"/>
              </a:ext>
            </a:extLst>
          </p:cNvPr>
          <p:cNvSpPr/>
          <p:nvPr/>
        </p:nvSpPr>
        <p:spPr>
          <a:xfrm>
            <a:off x="4058909" y="3291457"/>
            <a:ext cx="2937419" cy="445550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유선 호출관리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대기시간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관리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호출 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Agent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관리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상담 이력 및 로그 데이터의 체계적 관리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유선 상담 내용 저장관리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(Voice, Text)</a:t>
            </a:r>
            <a:endParaRPr lang="ko-KR" altLang="en-US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5" name="모서리가 둥근 직사각형 68">
            <a:extLst>
              <a:ext uri="{FF2B5EF4-FFF2-40B4-BE49-F238E27FC236}">
                <a16:creationId xmlns:a16="http://schemas.microsoft.com/office/drawing/2014/main" id="{1E27F1AC-2A7D-47BF-4C87-ED40928067B8}"/>
              </a:ext>
            </a:extLst>
          </p:cNvPr>
          <p:cNvSpPr/>
          <p:nvPr/>
        </p:nvSpPr>
        <p:spPr>
          <a:xfrm>
            <a:off x="443869" y="2983252"/>
            <a:ext cx="3343558" cy="815263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6" name="모서리가 둥근 직사각형 69">
            <a:extLst>
              <a:ext uri="{FF2B5EF4-FFF2-40B4-BE49-F238E27FC236}">
                <a16:creationId xmlns:a16="http://schemas.microsoft.com/office/drawing/2014/main" id="{7CD40E73-A957-617C-BFFE-2DCBDF204B13}"/>
              </a:ext>
            </a:extLst>
          </p:cNvPr>
          <p:cNvSpPr/>
          <p:nvPr/>
        </p:nvSpPr>
        <p:spPr>
          <a:xfrm>
            <a:off x="432196" y="3015121"/>
            <a:ext cx="3298064" cy="232615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en-US" altLang="ko-KR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Data Processing Layer</a:t>
            </a:r>
          </a:p>
        </p:txBody>
      </p:sp>
      <p:sp>
        <p:nvSpPr>
          <p:cNvPr id="57" name="모서리가 둥근 직사각형 70">
            <a:extLst>
              <a:ext uri="{FF2B5EF4-FFF2-40B4-BE49-F238E27FC236}">
                <a16:creationId xmlns:a16="http://schemas.microsoft.com/office/drawing/2014/main" id="{86F8558C-5D23-72E0-666D-8190E426923F}"/>
              </a:ext>
            </a:extLst>
          </p:cNvPr>
          <p:cNvSpPr/>
          <p:nvPr/>
        </p:nvSpPr>
        <p:spPr>
          <a:xfrm>
            <a:off x="4077411" y="3265217"/>
            <a:ext cx="2937419" cy="541422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endParaRPr lang="ko-KR" altLang="en-US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9" name="모서리가 둥근 직사각형 68">
            <a:extLst>
              <a:ext uri="{FF2B5EF4-FFF2-40B4-BE49-F238E27FC236}">
                <a16:creationId xmlns:a16="http://schemas.microsoft.com/office/drawing/2014/main" id="{E24071AA-6758-8B94-4E0F-394A1D74161C}"/>
              </a:ext>
            </a:extLst>
          </p:cNvPr>
          <p:cNvSpPr/>
          <p:nvPr/>
        </p:nvSpPr>
        <p:spPr>
          <a:xfrm>
            <a:off x="432196" y="3838496"/>
            <a:ext cx="3343559" cy="1160723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0" name="모서리가 둥근 직사각형 69">
            <a:extLst>
              <a:ext uri="{FF2B5EF4-FFF2-40B4-BE49-F238E27FC236}">
                <a16:creationId xmlns:a16="http://schemas.microsoft.com/office/drawing/2014/main" id="{EC6F878F-B3E7-30C3-A15E-3C57FE5687CF}"/>
              </a:ext>
            </a:extLst>
          </p:cNvPr>
          <p:cNvSpPr/>
          <p:nvPr/>
        </p:nvSpPr>
        <p:spPr>
          <a:xfrm>
            <a:off x="464376" y="3863558"/>
            <a:ext cx="3298065" cy="232615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en-US" altLang="ko-KR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User Action Layer</a:t>
            </a:r>
          </a:p>
        </p:txBody>
      </p:sp>
      <p:sp>
        <p:nvSpPr>
          <p:cNvPr id="61" name="모서리가 둥근 직사각형 70">
            <a:extLst>
              <a:ext uri="{FF2B5EF4-FFF2-40B4-BE49-F238E27FC236}">
                <a16:creationId xmlns:a16="http://schemas.microsoft.com/office/drawing/2014/main" id="{A1451DF5-4F19-FF54-0796-E5CFF1F53ECE}"/>
              </a:ext>
            </a:extLst>
          </p:cNvPr>
          <p:cNvSpPr/>
          <p:nvPr/>
        </p:nvSpPr>
        <p:spPr>
          <a:xfrm>
            <a:off x="496528" y="4161737"/>
            <a:ext cx="2937419" cy="837482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Speech Processing Engine: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음성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텍스트 변환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(STT/TTS)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 Processing Engine: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지능형 응답 생성 및 처리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Quality Control Engine: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응답 품질 관리 및 피드백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Guid</a:t>
            </a:r>
            <a:r>
              <a:rPr lang="en-US" altLang="ko-KR" spc="-6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e</a:t>
            </a:r>
            <a:r>
              <a:rPr lang="en-US" altLang="ko-KR" sz="900" spc="-6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Bot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상담사에게 응답방향 및 내용 제시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pc="-6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ChatBot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Text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Q &amp; A 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지원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질의 카테고리  및 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FAQ 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제시</a:t>
            </a:r>
            <a:endParaRPr lang="ko-KR" altLang="en-US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2" name="모서리가 둥근 직사각형 68">
            <a:extLst>
              <a:ext uri="{FF2B5EF4-FFF2-40B4-BE49-F238E27FC236}">
                <a16:creationId xmlns:a16="http://schemas.microsoft.com/office/drawing/2014/main" id="{65928ACE-3F14-0840-5350-1CFC02A5AF2E}"/>
              </a:ext>
            </a:extLst>
          </p:cNvPr>
          <p:cNvSpPr/>
          <p:nvPr/>
        </p:nvSpPr>
        <p:spPr>
          <a:xfrm>
            <a:off x="3999324" y="3842199"/>
            <a:ext cx="3343559" cy="1160723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3" name="모서리가 둥근 직사각형 69">
            <a:extLst>
              <a:ext uri="{FF2B5EF4-FFF2-40B4-BE49-F238E27FC236}">
                <a16:creationId xmlns:a16="http://schemas.microsoft.com/office/drawing/2014/main" id="{5A56F0D6-19E3-5A5B-F8AF-5A7403523A1F}"/>
              </a:ext>
            </a:extLst>
          </p:cNvPr>
          <p:cNvSpPr/>
          <p:nvPr/>
        </p:nvSpPr>
        <p:spPr>
          <a:xfrm>
            <a:off x="4023113" y="3886992"/>
            <a:ext cx="3298065" cy="232615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en-US" altLang="ko-KR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Knowledge Base</a:t>
            </a:r>
          </a:p>
        </p:txBody>
      </p:sp>
      <p:sp>
        <p:nvSpPr>
          <p:cNvPr id="128" name="모서리가 둥근 직사각형 70">
            <a:extLst>
              <a:ext uri="{FF2B5EF4-FFF2-40B4-BE49-F238E27FC236}">
                <a16:creationId xmlns:a16="http://schemas.microsoft.com/office/drawing/2014/main" id="{55BEE75B-BB93-5B7F-49E9-AD16841F72AB}"/>
              </a:ext>
            </a:extLst>
          </p:cNvPr>
          <p:cNvSpPr/>
          <p:nvPr/>
        </p:nvSpPr>
        <p:spPr>
          <a:xfrm>
            <a:off x="4063656" y="4255472"/>
            <a:ext cx="3216979" cy="643543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 Models: 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활용될  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  Agent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구성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VectorDB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벡터 데이터베이스 및 인덱스 관리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QMS/KMS : Quality Mgt. 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관련 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Data 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저장소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상담 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KMS 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연동</a:t>
            </a:r>
            <a:endParaRPr lang="ko-KR" altLang="en-US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Cache Management: Format/Source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결과 </a:t>
            </a:r>
            <a:r>
              <a:rPr lang="ko-KR" altLang="en-US" sz="900" spc="-6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캐싱</a:t>
            </a:r>
            <a:endParaRPr lang="ko-KR" altLang="en-US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Error/Logging: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컨테이너 오류 및 로그 수집 관리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E93C09D-277F-044F-903A-5670CD019FC7}"/>
              </a:ext>
            </a:extLst>
          </p:cNvPr>
          <p:cNvGrpSpPr/>
          <p:nvPr/>
        </p:nvGrpSpPr>
        <p:grpSpPr>
          <a:xfrm>
            <a:off x="368559" y="5166618"/>
            <a:ext cx="7192430" cy="5264989"/>
            <a:chOff x="822676" y="977088"/>
            <a:chExt cx="9234536" cy="448146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633DEFF-23B2-6DE1-BE9A-5B5D034DAD5A}"/>
                </a:ext>
              </a:extLst>
            </p:cNvPr>
            <p:cNvSpPr/>
            <p:nvPr/>
          </p:nvSpPr>
          <p:spPr>
            <a:xfrm>
              <a:off x="822676" y="977088"/>
              <a:ext cx="9234535" cy="163601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IPCC Framework : LQP(LLM Query Platform)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72A3247-D215-C089-7009-59AC57639675}"/>
                </a:ext>
              </a:extLst>
            </p:cNvPr>
            <p:cNvSpPr/>
            <p:nvPr/>
          </p:nvSpPr>
          <p:spPr>
            <a:xfrm>
              <a:off x="822677" y="977088"/>
              <a:ext cx="9234535" cy="4481465"/>
            </a:xfrm>
            <a:prstGeom prst="rect">
              <a:avLst/>
            </a:prstGeom>
            <a:noFill/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2312A7-51E9-39FA-90E4-2124DF3C495F}"/>
              </a:ext>
            </a:extLst>
          </p:cNvPr>
          <p:cNvSpPr/>
          <p:nvPr/>
        </p:nvSpPr>
        <p:spPr>
          <a:xfrm>
            <a:off x="3785894" y="5406919"/>
            <a:ext cx="2196919" cy="1260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User Action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23181C3-902C-4A48-B512-C20D71A355A0}"/>
              </a:ext>
            </a:extLst>
          </p:cNvPr>
          <p:cNvGrpSpPr/>
          <p:nvPr/>
        </p:nvGrpSpPr>
        <p:grpSpPr>
          <a:xfrm>
            <a:off x="392547" y="5389640"/>
            <a:ext cx="1635068" cy="3521392"/>
            <a:chOff x="4604646" y="1570749"/>
            <a:chExt cx="3061215" cy="383043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C38471D-8339-5978-35E8-D368A015F5B1}"/>
                </a:ext>
              </a:extLst>
            </p:cNvPr>
            <p:cNvSpPr/>
            <p:nvPr/>
          </p:nvSpPr>
          <p:spPr>
            <a:xfrm>
              <a:off x="4604646" y="1570749"/>
              <a:ext cx="3061214" cy="13983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Data Preprocessing Layer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8EBA52B-EB63-9165-1BD0-234637C6B237}"/>
                </a:ext>
              </a:extLst>
            </p:cNvPr>
            <p:cNvSpPr/>
            <p:nvPr/>
          </p:nvSpPr>
          <p:spPr>
            <a:xfrm>
              <a:off x="4604647" y="1570749"/>
              <a:ext cx="3061214" cy="3830439"/>
            </a:xfrm>
            <a:prstGeom prst="rect">
              <a:avLst/>
            </a:prstGeom>
            <a:noFill/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</p:grp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C8388CC2-15B7-CC72-848B-2377CE7FE697}"/>
              </a:ext>
            </a:extLst>
          </p:cNvPr>
          <p:cNvSpPr/>
          <p:nvPr/>
        </p:nvSpPr>
        <p:spPr>
          <a:xfrm>
            <a:off x="596992" y="5886699"/>
            <a:ext cx="1175448" cy="247218"/>
          </a:xfrm>
          <a:prstGeom prst="flowChart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Data Cleaning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F3BFD7CC-8508-8F16-BE68-05D9E1F4D140}"/>
              </a:ext>
            </a:extLst>
          </p:cNvPr>
          <p:cNvSpPr/>
          <p:nvPr/>
        </p:nvSpPr>
        <p:spPr>
          <a:xfrm>
            <a:off x="600911" y="6287217"/>
            <a:ext cx="1175448" cy="247218"/>
          </a:xfrm>
          <a:prstGeom prst="flowChart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Structure Preservation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F67B515A-EDEF-47AE-0F49-D8968D4B1801}"/>
              </a:ext>
            </a:extLst>
          </p:cNvPr>
          <p:cNvSpPr/>
          <p:nvPr/>
        </p:nvSpPr>
        <p:spPr>
          <a:xfrm>
            <a:off x="576785" y="6746550"/>
            <a:ext cx="1175448" cy="247218"/>
          </a:xfrm>
          <a:prstGeom prst="flowChart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Language Detection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" name="순서도: 다중 문서 13">
            <a:extLst>
              <a:ext uri="{FF2B5EF4-FFF2-40B4-BE49-F238E27FC236}">
                <a16:creationId xmlns:a16="http://schemas.microsoft.com/office/drawing/2014/main" id="{37BC1821-ED5D-235F-9A5A-EE74C94D9368}"/>
              </a:ext>
            </a:extLst>
          </p:cNvPr>
          <p:cNvSpPr/>
          <p:nvPr/>
        </p:nvSpPr>
        <p:spPr>
          <a:xfrm>
            <a:off x="725349" y="8289832"/>
            <a:ext cx="833398" cy="544388"/>
          </a:xfrm>
          <a:prstGeom prst="flowChartMultidocumen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Chunking Data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752FDE5C-6741-AB24-627F-EBFAAC30BFE7}"/>
              </a:ext>
            </a:extLst>
          </p:cNvPr>
          <p:cNvSpPr/>
          <p:nvPr/>
        </p:nvSpPr>
        <p:spPr>
          <a:xfrm>
            <a:off x="580501" y="7151158"/>
            <a:ext cx="1175448" cy="247218"/>
          </a:xfrm>
          <a:prstGeom prst="flowChart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Text Normalization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447BCA02-970C-663E-B4C3-EC9FB342E891}"/>
              </a:ext>
            </a:extLst>
          </p:cNvPr>
          <p:cNvSpPr/>
          <p:nvPr/>
        </p:nvSpPr>
        <p:spPr>
          <a:xfrm>
            <a:off x="580501" y="7559030"/>
            <a:ext cx="1175448" cy="247218"/>
          </a:xfrm>
          <a:prstGeom prst="flowChart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Categorization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66CA1A79-2D7E-4566-6F4E-56F28BA3C2EB}"/>
              </a:ext>
            </a:extLst>
          </p:cNvPr>
          <p:cNvSpPr/>
          <p:nvPr/>
        </p:nvSpPr>
        <p:spPr>
          <a:xfrm>
            <a:off x="580501" y="7959758"/>
            <a:ext cx="1175448" cy="247218"/>
          </a:xfrm>
          <a:prstGeom prst="flowChart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Generate Metadata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196502B-961C-11A8-E88F-55378418BBED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184716" y="6133917"/>
            <a:ext cx="3919" cy="153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B0AFB85-B48E-B219-52A3-5AFF82ADFCDA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1164509" y="6993768"/>
            <a:ext cx="3716" cy="157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2D5286D-99C8-CC04-A6C8-CE453D6F32C0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1168225" y="7398376"/>
            <a:ext cx="0" cy="160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D4E1625-4EB5-89EF-BC1F-B8E270F5F149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168225" y="7806248"/>
            <a:ext cx="0" cy="153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1324620-D725-0205-03BE-4B6E637B6132}"/>
              </a:ext>
            </a:extLst>
          </p:cNvPr>
          <p:cNvGrpSpPr/>
          <p:nvPr/>
        </p:nvGrpSpPr>
        <p:grpSpPr>
          <a:xfrm>
            <a:off x="2075129" y="5382642"/>
            <a:ext cx="1438030" cy="3528388"/>
            <a:chOff x="3339587" y="5810994"/>
            <a:chExt cx="3061216" cy="3830439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41D5CB1-EE99-2F09-D356-0ACF6B8188BC}"/>
                </a:ext>
              </a:extLst>
            </p:cNvPr>
            <p:cNvSpPr/>
            <p:nvPr/>
          </p:nvSpPr>
          <p:spPr>
            <a:xfrm>
              <a:off x="3339587" y="5810994"/>
              <a:ext cx="3061216" cy="13983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Knowledge Base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2BF09B8-AA29-AAF0-877E-41F9EB21E33A}"/>
                </a:ext>
              </a:extLst>
            </p:cNvPr>
            <p:cNvSpPr/>
            <p:nvPr/>
          </p:nvSpPr>
          <p:spPr>
            <a:xfrm>
              <a:off x="3339587" y="5810994"/>
              <a:ext cx="3061214" cy="3830439"/>
            </a:xfrm>
            <a:prstGeom prst="rect">
              <a:avLst/>
            </a:prstGeom>
            <a:noFill/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</p:grpSp>
      <p:sp>
        <p:nvSpPr>
          <p:cNvPr id="33" name="순서도: 다중 문서 32">
            <a:extLst>
              <a:ext uri="{FF2B5EF4-FFF2-40B4-BE49-F238E27FC236}">
                <a16:creationId xmlns:a16="http://schemas.microsoft.com/office/drawing/2014/main" id="{C53C0E50-7B35-79DD-B866-B0B6C71E2C2D}"/>
              </a:ext>
            </a:extLst>
          </p:cNvPr>
          <p:cNvSpPr/>
          <p:nvPr/>
        </p:nvSpPr>
        <p:spPr>
          <a:xfrm>
            <a:off x="2332958" y="5908287"/>
            <a:ext cx="879375" cy="544388"/>
          </a:xfrm>
          <a:prstGeom prst="flowChartMultidocument">
            <a:avLst/>
          </a:prstGeom>
          <a:solidFill>
            <a:schemeClr val="accent4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Embedding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 Models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순서도: 다중 문서 33">
            <a:extLst>
              <a:ext uri="{FF2B5EF4-FFF2-40B4-BE49-F238E27FC236}">
                <a16:creationId xmlns:a16="http://schemas.microsoft.com/office/drawing/2014/main" id="{DB62CCF5-795F-D80A-B8E4-FFC688EE7609}"/>
              </a:ext>
            </a:extLst>
          </p:cNvPr>
          <p:cNvSpPr/>
          <p:nvPr/>
        </p:nvSpPr>
        <p:spPr>
          <a:xfrm>
            <a:off x="2338820" y="7313145"/>
            <a:ext cx="833398" cy="544388"/>
          </a:xfrm>
          <a:prstGeom prst="flowChartMultidocument">
            <a:avLst/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LLM Models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69717FD-979F-9173-C13C-204521DB3959}"/>
              </a:ext>
            </a:extLst>
          </p:cNvPr>
          <p:cNvCxnSpPr>
            <a:cxnSpLocks/>
          </p:cNvCxnSpPr>
          <p:nvPr/>
        </p:nvCxnSpPr>
        <p:spPr>
          <a:xfrm flipH="1">
            <a:off x="2749152" y="6394037"/>
            <a:ext cx="18574" cy="2147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8731B17-8049-1CFC-FC1A-C0B220F7924A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2812854" y="7132925"/>
            <a:ext cx="901" cy="180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FD674EE-0E64-18ED-F23C-6021A41B94BF}"/>
              </a:ext>
            </a:extLst>
          </p:cNvPr>
          <p:cNvSpPr txBox="1"/>
          <p:nvPr/>
        </p:nvSpPr>
        <p:spPr>
          <a:xfrm>
            <a:off x="2201611" y="6393644"/>
            <a:ext cx="6623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interactive</a:t>
            </a:r>
            <a:endParaRPr lang="ko-KR" altLang="en-US" sz="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4E17A0-4551-7A78-6CAD-21C62480EB2E}"/>
              </a:ext>
            </a:extLst>
          </p:cNvPr>
          <p:cNvSpPr txBox="1"/>
          <p:nvPr/>
        </p:nvSpPr>
        <p:spPr>
          <a:xfrm>
            <a:off x="2775875" y="7107153"/>
            <a:ext cx="3433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use</a:t>
            </a:r>
            <a:endParaRPr lang="ko-KR" altLang="en-US" sz="800" dirty="0"/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BE8B6B16-2BF3-7FFD-176E-78F5DFF7E91E}"/>
              </a:ext>
            </a:extLst>
          </p:cNvPr>
          <p:cNvCxnSpPr>
            <a:cxnSpLocks/>
            <a:stCxn id="14" idx="3"/>
            <a:endCxn id="33" idx="1"/>
          </p:cNvCxnSpPr>
          <p:nvPr/>
        </p:nvCxnSpPr>
        <p:spPr>
          <a:xfrm flipV="1">
            <a:off x="1558747" y="6180481"/>
            <a:ext cx="774211" cy="23815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D8EA61F-6648-FC37-4817-ECEBF309F81C}"/>
              </a:ext>
            </a:extLst>
          </p:cNvPr>
          <p:cNvSpPr txBox="1"/>
          <p:nvPr/>
        </p:nvSpPr>
        <p:spPr>
          <a:xfrm>
            <a:off x="1653115" y="5975836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embedding</a:t>
            </a:r>
            <a:endParaRPr lang="ko-KR" altLang="en-US" sz="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DF54A8-3A24-4E55-13D2-EFE6A211F81A}"/>
              </a:ext>
            </a:extLst>
          </p:cNvPr>
          <p:cNvSpPr txBox="1"/>
          <p:nvPr/>
        </p:nvSpPr>
        <p:spPr>
          <a:xfrm>
            <a:off x="1921977" y="6645286"/>
            <a:ext cx="4700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vector</a:t>
            </a:r>
            <a:endParaRPr lang="ko-KR" altLang="en-US" sz="800" dirty="0"/>
          </a:p>
        </p:txBody>
      </p:sp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C8AD9E01-814A-9E38-1D0C-ADDB77D673C1}"/>
              </a:ext>
            </a:extLst>
          </p:cNvPr>
          <p:cNvSpPr/>
          <p:nvPr/>
        </p:nvSpPr>
        <p:spPr>
          <a:xfrm>
            <a:off x="3948231" y="6024939"/>
            <a:ext cx="964399" cy="247218"/>
          </a:xfrm>
          <a:prstGeom prst="flowChart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NLP Prompt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4E73A014-1173-07EA-A55B-69CFB6F2F4D8}"/>
              </a:ext>
            </a:extLst>
          </p:cNvPr>
          <p:cNvSpPr/>
          <p:nvPr/>
        </p:nvSpPr>
        <p:spPr>
          <a:xfrm>
            <a:off x="3940914" y="6303539"/>
            <a:ext cx="971716" cy="247218"/>
          </a:xfrm>
          <a:prstGeom prst="flowChart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Query Index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BC718BD-1D66-1868-76C5-856260E86483}"/>
              </a:ext>
            </a:extLst>
          </p:cNvPr>
          <p:cNvGrpSpPr/>
          <p:nvPr/>
        </p:nvGrpSpPr>
        <p:grpSpPr>
          <a:xfrm>
            <a:off x="6207545" y="7842605"/>
            <a:ext cx="1015251" cy="445870"/>
            <a:chOff x="9021403" y="6907569"/>
            <a:chExt cx="1244922" cy="445870"/>
          </a:xfrm>
        </p:grpSpPr>
        <p:sp>
          <p:nvSpPr>
            <p:cNvPr id="45" name="순서도: 처리 44">
              <a:extLst>
                <a:ext uri="{FF2B5EF4-FFF2-40B4-BE49-F238E27FC236}">
                  <a16:creationId xmlns:a16="http://schemas.microsoft.com/office/drawing/2014/main" id="{9D86F4C8-13BA-D5FB-C92E-052FE4C37353}"/>
                </a:ext>
              </a:extLst>
            </p:cNvPr>
            <p:cNvSpPr/>
            <p:nvPr/>
          </p:nvSpPr>
          <p:spPr>
            <a:xfrm>
              <a:off x="9090877" y="7034976"/>
              <a:ext cx="1175448" cy="247218"/>
            </a:xfrm>
            <a:prstGeom prst="flowChart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User</a:t>
              </a:r>
              <a:br>
                <a:rPr lang="en-US" altLang="ko-KR" sz="800" dirty="0">
                  <a:solidFill>
                    <a:schemeClr val="tx1"/>
                  </a:solidFill>
                </a:rPr>
              </a:br>
              <a:r>
                <a:rPr lang="en-US" altLang="ko-KR" sz="800" dirty="0">
                  <a:solidFill>
                    <a:schemeClr val="tx1"/>
                  </a:solidFill>
                </a:rPr>
                <a:t>(</a:t>
              </a:r>
              <a:r>
                <a:rPr lang="ko-KR" altLang="en-US" sz="800" dirty="0">
                  <a:solidFill>
                    <a:schemeClr val="tx1"/>
                  </a:solidFill>
                </a:rPr>
                <a:t>상담고객</a:t>
              </a:r>
              <a:r>
                <a:rPr lang="en-US" altLang="ko-KR" sz="800" dirty="0">
                  <a:solidFill>
                    <a:schemeClr val="tx1"/>
                  </a:solidFill>
                </a:rPr>
                <a:t>)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46" name="그래픽 45" descr="사용자 단색으로 채워진">
              <a:extLst>
                <a:ext uri="{FF2B5EF4-FFF2-40B4-BE49-F238E27FC236}">
                  <a16:creationId xmlns:a16="http://schemas.microsoft.com/office/drawing/2014/main" id="{1A53FF4F-F57B-6B05-74F2-ED048F04F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21403" y="6907569"/>
              <a:ext cx="445870" cy="445870"/>
            </a:xfrm>
            <a:prstGeom prst="rect">
              <a:avLst/>
            </a:prstGeom>
          </p:spPr>
        </p:pic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E00E4D4-344B-BA46-E0F9-5ABAAD5CDFCB}"/>
              </a:ext>
            </a:extLst>
          </p:cNvPr>
          <p:cNvGrpSpPr/>
          <p:nvPr/>
        </p:nvGrpSpPr>
        <p:grpSpPr>
          <a:xfrm>
            <a:off x="6218416" y="6422351"/>
            <a:ext cx="1088386" cy="445870"/>
            <a:chOff x="9021403" y="6907569"/>
            <a:chExt cx="1244922" cy="445870"/>
          </a:xfrm>
        </p:grpSpPr>
        <p:sp>
          <p:nvSpPr>
            <p:cNvPr id="48" name="순서도: 처리 47">
              <a:extLst>
                <a:ext uri="{FF2B5EF4-FFF2-40B4-BE49-F238E27FC236}">
                  <a16:creationId xmlns:a16="http://schemas.microsoft.com/office/drawing/2014/main" id="{1D8E4460-4670-DC79-AFA4-B7FD4C7C9D70}"/>
                </a:ext>
              </a:extLst>
            </p:cNvPr>
            <p:cNvSpPr/>
            <p:nvPr/>
          </p:nvSpPr>
          <p:spPr>
            <a:xfrm>
              <a:off x="9090877" y="7034976"/>
              <a:ext cx="1175448" cy="247218"/>
            </a:xfrm>
            <a:prstGeom prst="flowChart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상담사</a:t>
              </a:r>
            </a:p>
          </p:txBody>
        </p:sp>
        <p:pic>
          <p:nvPicPr>
            <p:cNvPr id="49" name="그래픽 48" descr="사용자 단색으로 채워진">
              <a:extLst>
                <a:ext uri="{FF2B5EF4-FFF2-40B4-BE49-F238E27FC236}">
                  <a16:creationId xmlns:a16="http://schemas.microsoft.com/office/drawing/2014/main" id="{3736B95F-7E11-7612-5ABC-61A5F2027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21403" y="6907569"/>
              <a:ext cx="445870" cy="445870"/>
            </a:xfrm>
            <a:prstGeom prst="rect">
              <a:avLst/>
            </a:prstGeom>
          </p:spPr>
        </p:pic>
      </p:grp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EDBED9D3-A48E-5C17-BB56-831D47B456EC}"/>
              </a:ext>
            </a:extLst>
          </p:cNvPr>
          <p:cNvCxnSpPr>
            <a:cxnSpLocks/>
            <a:endCxn id="129" idx="1"/>
          </p:cNvCxnSpPr>
          <p:nvPr/>
        </p:nvCxnSpPr>
        <p:spPr>
          <a:xfrm flipV="1">
            <a:off x="2941011" y="6422605"/>
            <a:ext cx="929765" cy="5099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753D80B-DB9B-B0B5-FC96-8CDCDF497361}"/>
              </a:ext>
            </a:extLst>
          </p:cNvPr>
          <p:cNvSpPr txBox="1"/>
          <p:nvPr/>
        </p:nvSpPr>
        <p:spPr>
          <a:xfrm>
            <a:off x="3116383" y="5940490"/>
            <a:ext cx="726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embedding</a:t>
            </a:r>
            <a:endParaRPr lang="ko-KR" altLang="en-US" sz="8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ACAEF1-9350-46E0-22BC-88F9EA65022E}"/>
              </a:ext>
            </a:extLst>
          </p:cNvPr>
          <p:cNvSpPr txBox="1"/>
          <p:nvPr/>
        </p:nvSpPr>
        <p:spPr>
          <a:xfrm>
            <a:off x="3064794" y="6361242"/>
            <a:ext cx="5982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similarity</a:t>
            </a:r>
            <a:endParaRPr lang="ko-KR" altLang="en-US" sz="800" dirty="0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A5BCB7BE-91CF-EF55-91C5-2A9B42515EDB}"/>
              </a:ext>
            </a:extLst>
          </p:cNvPr>
          <p:cNvSpPr/>
          <p:nvPr/>
        </p:nvSpPr>
        <p:spPr>
          <a:xfrm>
            <a:off x="3870776" y="5993959"/>
            <a:ext cx="1095264" cy="857292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13BD2D86-F602-E506-6BC0-C1AD0C175D1C}"/>
              </a:ext>
            </a:extLst>
          </p:cNvPr>
          <p:cNvCxnSpPr>
            <a:cxnSpLocks/>
          </p:cNvCxnSpPr>
          <p:nvPr/>
        </p:nvCxnSpPr>
        <p:spPr>
          <a:xfrm flipV="1">
            <a:off x="4197072" y="6810497"/>
            <a:ext cx="12337" cy="555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0B2CFA3F-9420-2DD3-953B-71E3CDD1FBFF}"/>
              </a:ext>
            </a:extLst>
          </p:cNvPr>
          <p:cNvSpPr txBox="1"/>
          <p:nvPr/>
        </p:nvSpPr>
        <p:spPr>
          <a:xfrm>
            <a:off x="3849430" y="6884858"/>
            <a:ext cx="5325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retrieve</a:t>
            </a:r>
            <a:endParaRPr lang="ko-KR" altLang="en-US" sz="800" dirty="0"/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96789D91-6874-6532-D911-25FA2FB7A364}"/>
              </a:ext>
            </a:extLst>
          </p:cNvPr>
          <p:cNvCxnSpPr>
            <a:cxnSpLocks/>
          </p:cNvCxnSpPr>
          <p:nvPr/>
        </p:nvCxnSpPr>
        <p:spPr>
          <a:xfrm>
            <a:off x="4597118" y="6851251"/>
            <a:ext cx="0" cy="555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C2C45D75-D193-0B23-E97A-4F3B504EDFC5}"/>
              </a:ext>
            </a:extLst>
          </p:cNvPr>
          <p:cNvSpPr txBox="1"/>
          <p:nvPr/>
        </p:nvSpPr>
        <p:spPr>
          <a:xfrm>
            <a:off x="4546033" y="6882915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LLM Result</a:t>
            </a:r>
            <a:endParaRPr lang="ko-KR" altLang="en-US" sz="800" dirty="0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28B1C86B-4F7F-E371-CB2E-E25B6BA27C88}"/>
              </a:ext>
            </a:extLst>
          </p:cNvPr>
          <p:cNvSpPr/>
          <p:nvPr/>
        </p:nvSpPr>
        <p:spPr>
          <a:xfrm>
            <a:off x="3746605" y="5406918"/>
            <a:ext cx="2237131" cy="4737247"/>
          </a:xfrm>
          <a:prstGeom prst="rect">
            <a:avLst/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06BC2AD-665D-9F23-340F-8E55581AD76B}"/>
              </a:ext>
            </a:extLst>
          </p:cNvPr>
          <p:cNvSpPr txBox="1"/>
          <p:nvPr/>
        </p:nvSpPr>
        <p:spPr>
          <a:xfrm>
            <a:off x="5928590" y="7268389"/>
            <a:ext cx="7873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Text Request</a:t>
            </a:r>
            <a:endParaRPr lang="ko-KR" altLang="en-US" sz="800" dirty="0"/>
          </a:p>
        </p:txBody>
      </p:sp>
      <p:sp>
        <p:nvSpPr>
          <p:cNvPr id="136" name="순서도: 처리 135">
            <a:extLst>
              <a:ext uri="{FF2B5EF4-FFF2-40B4-BE49-F238E27FC236}">
                <a16:creationId xmlns:a16="http://schemas.microsoft.com/office/drawing/2014/main" id="{DC124FAE-D3D9-4A39-5795-6C9EA40BDBD9}"/>
              </a:ext>
            </a:extLst>
          </p:cNvPr>
          <p:cNvSpPr/>
          <p:nvPr/>
        </p:nvSpPr>
        <p:spPr>
          <a:xfrm>
            <a:off x="4923805" y="9166519"/>
            <a:ext cx="892794" cy="19765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Agent </a:t>
            </a:r>
            <a:r>
              <a:rPr lang="en-US" altLang="ko-KR" sz="800" dirty="0" err="1">
                <a:solidFill>
                  <a:schemeClr val="tx1"/>
                </a:solidFill>
              </a:rPr>
              <a:t>Mgmt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137" name="순서도: 처리 136">
            <a:extLst>
              <a:ext uri="{FF2B5EF4-FFF2-40B4-BE49-F238E27FC236}">
                <a16:creationId xmlns:a16="http://schemas.microsoft.com/office/drawing/2014/main" id="{53456CA7-9A2E-12D1-CF86-25B8578B8023}"/>
              </a:ext>
            </a:extLst>
          </p:cNvPr>
          <p:cNvSpPr/>
          <p:nvPr/>
        </p:nvSpPr>
        <p:spPr>
          <a:xfrm>
            <a:off x="4923805" y="9416768"/>
            <a:ext cx="892794" cy="183102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Queue </a:t>
            </a:r>
            <a:r>
              <a:rPr lang="en-US" altLang="ko-KR" sz="800" dirty="0" err="1">
                <a:solidFill>
                  <a:schemeClr val="tx1"/>
                </a:solidFill>
              </a:rPr>
              <a:t>Mgmt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8" name="순서도: 처리 137">
            <a:extLst>
              <a:ext uri="{FF2B5EF4-FFF2-40B4-BE49-F238E27FC236}">
                <a16:creationId xmlns:a16="http://schemas.microsoft.com/office/drawing/2014/main" id="{4F921339-0337-91BD-F2DB-E0F2C2FB5095}"/>
              </a:ext>
            </a:extLst>
          </p:cNvPr>
          <p:cNvSpPr/>
          <p:nvPr/>
        </p:nvSpPr>
        <p:spPr>
          <a:xfrm>
            <a:off x="4922728" y="9654887"/>
            <a:ext cx="892794" cy="308043"/>
          </a:xfrm>
          <a:prstGeom prst="flowChart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Call Distribution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4F3F108E-08F5-3BD1-C91B-B081CCB7E716}"/>
              </a:ext>
            </a:extLst>
          </p:cNvPr>
          <p:cNvGrpSpPr/>
          <p:nvPr/>
        </p:nvGrpSpPr>
        <p:grpSpPr>
          <a:xfrm>
            <a:off x="2072578" y="8959108"/>
            <a:ext cx="1455963" cy="544389"/>
            <a:chOff x="1994923" y="5684183"/>
            <a:chExt cx="1824313" cy="544389"/>
          </a:xfrm>
        </p:grpSpPr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FD906591-F5D4-D13B-38BD-250FC6653820}"/>
                </a:ext>
              </a:extLst>
            </p:cNvPr>
            <p:cNvSpPr/>
            <p:nvPr/>
          </p:nvSpPr>
          <p:spPr>
            <a:xfrm>
              <a:off x="1994923" y="5684183"/>
              <a:ext cx="1824311" cy="14925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Logging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A614D0E7-FD85-5D6D-0891-A88732E3179E}"/>
                </a:ext>
              </a:extLst>
            </p:cNvPr>
            <p:cNvSpPr/>
            <p:nvPr/>
          </p:nvSpPr>
          <p:spPr>
            <a:xfrm>
              <a:off x="1994925" y="5684184"/>
              <a:ext cx="1824311" cy="544388"/>
            </a:xfrm>
            <a:prstGeom prst="rect">
              <a:avLst/>
            </a:prstGeom>
            <a:noFill/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Collecting logs from containers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E7B9B2A5-66A9-5B82-F593-9D41777FA036}"/>
              </a:ext>
            </a:extLst>
          </p:cNvPr>
          <p:cNvGrpSpPr/>
          <p:nvPr/>
        </p:nvGrpSpPr>
        <p:grpSpPr>
          <a:xfrm>
            <a:off x="361208" y="8958051"/>
            <a:ext cx="1670178" cy="544389"/>
            <a:chOff x="3934428" y="5684183"/>
            <a:chExt cx="1518343" cy="544389"/>
          </a:xfrm>
        </p:grpSpPr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C8D8359D-E141-3732-2B57-6DAA9662BFF1}"/>
                </a:ext>
              </a:extLst>
            </p:cNvPr>
            <p:cNvSpPr/>
            <p:nvPr/>
          </p:nvSpPr>
          <p:spPr>
            <a:xfrm>
              <a:off x="3934428" y="5684183"/>
              <a:ext cx="1518343" cy="16321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LLM Management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347856E7-AC13-15AF-418A-3821F30CFF6C}"/>
                </a:ext>
              </a:extLst>
            </p:cNvPr>
            <p:cNvSpPr/>
            <p:nvPr/>
          </p:nvSpPr>
          <p:spPr>
            <a:xfrm>
              <a:off x="3934428" y="5684184"/>
              <a:ext cx="1518342" cy="544388"/>
            </a:xfrm>
            <a:prstGeom prst="rect">
              <a:avLst/>
            </a:prstGeom>
            <a:noFill/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Monitoring LLM Performance, Tracing Prompt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96D1ABD3-6CC8-0979-E408-68890FFB3F69}"/>
              </a:ext>
            </a:extLst>
          </p:cNvPr>
          <p:cNvGrpSpPr/>
          <p:nvPr/>
        </p:nvGrpSpPr>
        <p:grpSpPr>
          <a:xfrm>
            <a:off x="383575" y="9589190"/>
            <a:ext cx="1647811" cy="544389"/>
            <a:chOff x="5873931" y="5684183"/>
            <a:chExt cx="1824312" cy="544389"/>
          </a:xfrm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072F1181-1002-0155-4CCE-F13AE42E853A}"/>
                </a:ext>
              </a:extLst>
            </p:cNvPr>
            <p:cNvSpPr/>
            <p:nvPr/>
          </p:nvSpPr>
          <p:spPr>
            <a:xfrm>
              <a:off x="5873931" y="5684183"/>
              <a:ext cx="1824311" cy="1492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err="1">
                  <a:solidFill>
                    <a:schemeClr val="tx1"/>
                  </a:solidFill>
                </a:rPr>
                <a:t>VectorStore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 Management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48792C53-B40E-B427-84A8-BF587F114B6E}"/>
                </a:ext>
              </a:extLst>
            </p:cNvPr>
            <p:cNvSpPr/>
            <p:nvPr/>
          </p:nvSpPr>
          <p:spPr>
            <a:xfrm>
              <a:off x="5873932" y="5684184"/>
              <a:ext cx="1824311" cy="544388"/>
            </a:xfrm>
            <a:prstGeom prst="rect">
              <a:avLst/>
            </a:prstGeom>
            <a:noFill/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Managing Vector Databases with indexes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911858FD-1C69-BA22-5A2A-C8A552ECC930}"/>
              </a:ext>
            </a:extLst>
          </p:cNvPr>
          <p:cNvGrpSpPr/>
          <p:nvPr/>
        </p:nvGrpSpPr>
        <p:grpSpPr>
          <a:xfrm>
            <a:off x="2055226" y="9594332"/>
            <a:ext cx="1473315" cy="544389"/>
            <a:chOff x="7810626" y="5679001"/>
            <a:chExt cx="1824312" cy="544389"/>
          </a:xfrm>
        </p:grpSpPr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B7112CA2-7F5D-0718-0269-D9047CCAA0E9}"/>
                </a:ext>
              </a:extLst>
            </p:cNvPr>
            <p:cNvSpPr/>
            <p:nvPr/>
          </p:nvSpPr>
          <p:spPr>
            <a:xfrm>
              <a:off x="7810626" y="5679001"/>
              <a:ext cx="1824311" cy="14925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Cache Management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BBD4EE2F-75CA-BE62-E2BA-1507DA953CB6}"/>
                </a:ext>
              </a:extLst>
            </p:cNvPr>
            <p:cNvSpPr/>
            <p:nvPr/>
          </p:nvSpPr>
          <p:spPr>
            <a:xfrm>
              <a:off x="7810627" y="5679002"/>
              <a:ext cx="1824311" cy="544388"/>
            </a:xfrm>
            <a:prstGeom prst="rect">
              <a:avLst/>
            </a:prstGeom>
            <a:noFill/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Cache Format/Source Results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51" name="순서도: 처리 150">
            <a:extLst>
              <a:ext uri="{FF2B5EF4-FFF2-40B4-BE49-F238E27FC236}">
                <a16:creationId xmlns:a16="http://schemas.microsoft.com/office/drawing/2014/main" id="{6F1C16BE-AB45-0813-51F8-99857809EEE3}"/>
              </a:ext>
            </a:extLst>
          </p:cNvPr>
          <p:cNvSpPr/>
          <p:nvPr/>
        </p:nvSpPr>
        <p:spPr>
          <a:xfrm>
            <a:off x="5535663" y="7322597"/>
            <a:ext cx="439725" cy="346035"/>
          </a:xfrm>
          <a:prstGeom prst="flowChartProcess">
            <a:avLst/>
          </a:prstGeom>
          <a:solidFill>
            <a:srgbClr val="00B0F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Chat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Bot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A15B4592-B49F-4011-D810-0C2570BCF5B9}"/>
              </a:ext>
            </a:extLst>
          </p:cNvPr>
          <p:cNvSpPr/>
          <p:nvPr/>
        </p:nvSpPr>
        <p:spPr>
          <a:xfrm>
            <a:off x="3985941" y="7400417"/>
            <a:ext cx="817473" cy="827219"/>
          </a:xfrm>
          <a:prstGeom prst="rect">
            <a:avLst/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153" name="순서도: 처리 152">
            <a:extLst>
              <a:ext uri="{FF2B5EF4-FFF2-40B4-BE49-F238E27FC236}">
                <a16:creationId xmlns:a16="http://schemas.microsoft.com/office/drawing/2014/main" id="{C50B98F8-B491-47DD-6491-0DF6ACBA4A09}"/>
              </a:ext>
            </a:extLst>
          </p:cNvPr>
          <p:cNvSpPr/>
          <p:nvPr/>
        </p:nvSpPr>
        <p:spPr>
          <a:xfrm>
            <a:off x="4090754" y="7682152"/>
            <a:ext cx="647517" cy="247218"/>
          </a:xfrm>
          <a:prstGeom prst="flowChartProcess">
            <a:avLst/>
          </a:prstGeom>
          <a:solidFill>
            <a:schemeClr val="bg2">
              <a:lumMod val="7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TTS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4" name="순서도: 처리 153">
            <a:extLst>
              <a:ext uri="{FF2B5EF4-FFF2-40B4-BE49-F238E27FC236}">
                <a16:creationId xmlns:a16="http://schemas.microsoft.com/office/drawing/2014/main" id="{D3A71DD9-1814-BF4A-3A24-1D44327A71EE}"/>
              </a:ext>
            </a:extLst>
          </p:cNvPr>
          <p:cNvSpPr/>
          <p:nvPr/>
        </p:nvSpPr>
        <p:spPr>
          <a:xfrm>
            <a:off x="4089873" y="7960006"/>
            <a:ext cx="647517" cy="247218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STT 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B984B8A-88A5-9F6D-EEEA-BF4DABD856E9}"/>
              </a:ext>
            </a:extLst>
          </p:cNvPr>
          <p:cNvSpPr txBox="1"/>
          <p:nvPr/>
        </p:nvSpPr>
        <p:spPr>
          <a:xfrm>
            <a:off x="4052243" y="7376111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Speech </a:t>
            </a:r>
            <a:br>
              <a:rPr lang="en-US" altLang="ko-KR" sz="800" b="1" dirty="0"/>
            </a:br>
            <a:r>
              <a:rPr lang="en-US" altLang="ko-KR" sz="800" b="1" dirty="0"/>
              <a:t>Processing</a:t>
            </a:r>
            <a:endParaRPr lang="ko-KR" altLang="en-US" sz="800" b="1" dirty="0"/>
          </a:p>
        </p:txBody>
      </p:sp>
      <p:sp>
        <p:nvSpPr>
          <p:cNvPr id="156" name="순서도: 처리 155">
            <a:extLst>
              <a:ext uri="{FF2B5EF4-FFF2-40B4-BE49-F238E27FC236}">
                <a16:creationId xmlns:a16="http://schemas.microsoft.com/office/drawing/2014/main" id="{51881E0D-261E-D082-E8AF-4C805FB4F476}"/>
              </a:ext>
            </a:extLst>
          </p:cNvPr>
          <p:cNvSpPr/>
          <p:nvPr/>
        </p:nvSpPr>
        <p:spPr>
          <a:xfrm>
            <a:off x="5492842" y="6487156"/>
            <a:ext cx="473674" cy="364095"/>
          </a:xfrm>
          <a:prstGeom prst="flowChartProcess">
            <a:avLst/>
          </a:prstGeom>
          <a:solidFill>
            <a:srgbClr val="00B0F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Guide Bot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474B6BE-2F7D-D90E-B36C-705F0EFD3A4E}"/>
              </a:ext>
            </a:extLst>
          </p:cNvPr>
          <p:cNvSpPr txBox="1"/>
          <p:nvPr/>
        </p:nvSpPr>
        <p:spPr>
          <a:xfrm>
            <a:off x="4799767" y="7781319"/>
            <a:ext cx="8499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Voice Request</a:t>
            </a:r>
            <a:endParaRPr lang="ko-KR" altLang="en-US" sz="800" dirty="0"/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36625F5-66DF-F456-ABBE-13F5441F0C80}"/>
              </a:ext>
            </a:extLst>
          </p:cNvPr>
          <p:cNvCxnSpPr>
            <a:cxnSpLocks/>
            <a:stCxn id="156" idx="3"/>
            <a:endCxn id="48" idx="1"/>
          </p:cNvCxnSpPr>
          <p:nvPr/>
        </p:nvCxnSpPr>
        <p:spPr>
          <a:xfrm>
            <a:off x="5966516" y="6669204"/>
            <a:ext cx="312638" cy="4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연결선: 꺾임 160">
            <a:extLst>
              <a:ext uri="{FF2B5EF4-FFF2-40B4-BE49-F238E27FC236}">
                <a16:creationId xmlns:a16="http://schemas.microsoft.com/office/drawing/2014/main" id="{64ECDBB2-C849-F519-D835-9CF5C256B56F}"/>
              </a:ext>
            </a:extLst>
          </p:cNvPr>
          <p:cNvCxnSpPr>
            <a:cxnSpLocks/>
          </p:cNvCxnSpPr>
          <p:nvPr/>
        </p:nvCxnSpPr>
        <p:spPr>
          <a:xfrm rot="5400000">
            <a:off x="6026670" y="6814589"/>
            <a:ext cx="661240" cy="753523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순서도: 처리 162">
            <a:extLst>
              <a:ext uri="{FF2B5EF4-FFF2-40B4-BE49-F238E27FC236}">
                <a16:creationId xmlns:a16="http://schemas.microsoft.com/office/drawing/2014/main" id="{A9490FE6-C050-39C4-95EA-904B19972B0D}"/>
              </a:ext>
            </a:extLst>
          </p:cNvPr>
          <p:cNvSpPr/>
          <p:nvPr/>
        </p:nvSpPr>
        <p:spPr>
          <a:xfrm>
            <a:off x="3940913" y="6581679"/>
            <a:ext cx="971717" cy="247218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Quality Control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5" name="연결선: 꺾임 164">
            <a:extLst>
              <a:ext uri="{FF2B5EF4-FFF2-40B4-BE49-F238E27FC236}">
                <a16:creationId xmlns:a16="http://schemas.microsoft.com/office/drawing/2014/main" id="{004B7E0D-2727-7342-5060-B8733ECAB1FB}"/>
              </a:ext>
            </a:extLst>
          </p:cNvPr>
          <p:cNvCxnSpPr>
            <a:cxnSpLocks/>
            <a:endCxn id="151" idx="1"/>
          </p:cNvCxnSpPr>
          <p:nvPr/>
        </p:nvCxnSpPr>
        <p:spPr>
          <a:xfrm rot="16200000" flipH="1">
            <a:off x="4917534" y="6877486"/>
            <a:ext cx="713338" cy="5229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2" name="그림 171">
            <a:extLst>
              <a:ext uri="{FF2B5EF4-FFF2-40B4-BE49-F238E27FC236}">
                <a16:creationId xmlns:a16="http://schemas.microsoft.com/office/drawing/2014/main" id="{EAF85309-B130-92C2-FC42-AD16DBEDC3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045" y="8106348"/>
            <a:ext cx="565207" cy="524378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E0FCB30-1769-47BD-6C29-85779978D4F9}"/>
              </a:ext>
            </a:extLst>
          </p:cNvPr>
          <p:cNvCxnSpPr>
            <a:cxnSpLocks/>
            <a:endCxn id="156" idx="1"/>
          </p:cNvCxnSpPr>
          <p:nvPr/>
        </p:nvCxnSpPr>
        <p:spPr>
          <a:xfrm flipV="1">
            <a:off x="5015241" y="6669204"/>
            <a:ext cx="477601" cy="3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5EBCC09E-04F1-1B0C-5AA2-A8624DE7D6B6}"/>
              </a:ext>
            </a:extLst>
          </p:cNvPr>
          <p:cNvCxnSpPr>
            <a:cxnSpLocks/>
          </p:cNvCxnSpPr>
          <p:nvPr/>
        </p:nvCxnSpPr>
        <p:spPr>
          <a:xfrm>
            <a:off x="6875703" y="6828897"/>
            <a:ext cx="0" cy="11308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B09109E4-EC8F-B353-5AFD-928388B238BC}"/>
              </a:ext>
            </a:extLst>
          </p:cNvPr>
          <p:cNvSpPr txBox="1"/>
          <p:nvPr/>
        </p:nvSpPr>
        <p:spPr>
          <a:xfrm>
            <a:off x="6857383" y="7056757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Voice</a:t>
            </a:r>
          </a:p>
          <a:p>
            <a:r>
              <a:rPr lang="en-US" altLang="ko-KR" sz="800" dirty="0"/>
              <a:t>Request</a:t>
            </a:r>
            <a:endParaRPr lang="ko-KR" altLang="en-US" sz="800" dirty="0"/>
          </a:p>
        </p:txBody>
      </p:sp>
      <p:pic>
        <p:nvPicPr>
          <p:cNvPr id="177" name="그림 176">
            <a:extLst>
              <a:ext uri="{FF2B5EF4-FFF2-40B4-BE49-F238E27FC236}">
                <a16:creationId xmlns:a16="http://schemas.microsoft.com/office/drawing/2014/main" id="{9578A03B-8AFA-F08A-6A97-987B73DE03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944" y="8103212"/>
            <a:ext cx="643694" cy="524378"/>
          </a:xfrm>
          <a:prstGeom prst="rect">
            <a:avLst/>
          </a:prstGeom>
        </p:spPr>
      </p:pic>
      <p:sp>
        <p:nvSpPr>
          <p:cNvPr id="178" name="TextBox 177">
            <a:extLst>
              <a:ext uri="{FF2B5EF4-FFF2-40B4-BE49-F238E27FC236}">
                <a16:creationId xmlns:a16="http://schemas.microsoft.com/office/drawing/2014/main" id="{40DDD032-88C7-7CB3-4B8E-8A248796E23B}"/>
              </a:ext>
            </a:extLst>
          </p:cNvPr>
          <p:cNvSpPr txBox="1"/>
          <p:nvPr/>
        </p:nvSpPr>
        <p:spPr>
          <a:xfrm>
            <a:off x="2218221" y="8194236"/>
            <a:ext cx="6655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Object 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Storage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179" name="그림 178">
            <a:extLst>
              <a:ext uri="{FF2B5EF4-FFF2-40B4-BE49-F238E27FC236}">
                <a16:creationId xmlns:a16="http://schemas.microsoft.com/office/drawing/2014/main" id="{A64185DF-1CEC-B990-F128-7FDC200785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240" y="6595305"/>
            <a:ext cx="643694" cy="578265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A6D39B4A-A3B0-EB7B-0FF8-829368C4F493}"/>
              </a:ext>
            </a:extLst>
          </p:cNvPr>
          <p:cNvSpPr txBox="1"/>
          <p:nvPr/>
        </p:nvSpPr>
        <p:spPr>
          <a:xfrm>
            <a:off x="2324814" y="6725202"/>
            <a:ext cx="733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Vector DB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AC1F7000-DCDE-1366-E57B-432FA8007666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3212333" y="6180481"/>
            <a:ext cx="6584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54AE0CBA-2918-5380-80AB-CDE58DED387E}"/>
              </a:ext>
            </a:extLst>
          </p:cNvPr>
          <p:cNvSpPr txBox="1"/>
          <p:nvPr/>
        </p:nvSpPr>
        <p:spPr>
          <a:xfrm>
            <a:off x="2822133" y="8272482"/>
            <a:ext cx="7344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KMS/QMS</a:t>
            </a:r>
            <a:endParaRPr lang="ko-KR" altLang="en-US" sz="9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030335E8-0381-E249-335C-38D48DDA746A}"/>
              </a:ext>
            </a:extLst>
          </p:cNvPr>
          <p:cNvCxnSpPr>
            <a:cxnSpLocks/>
          </p:cNvCxnSpPr>
          <p:nvPr/>
        </p:nvCxnSpPr>
        <p:spPr>
          <a:xfrm>
            <a:off x="1937922" y="6864873"/>
            <a:ext cx="3509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4" name="그림 183">
            <a:extLst>
              <a:ext uri="{FF2B5EF4-FFF2-40B4-BE49-F238E27FC236}">
                <a16:creationId xmlns:a16="http://schemas.microsoft.com/office/drawing/2014/main" id="{A85E1193-8423-7F98-8EEC-9CD70ABF0B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430" y="9136502"/>
            <a:ext cx="879293" cy="682180"/>
          </a:xfrm>
          <a:prstGeom prst="rect">
            <a:avLst/>
          </a:prstGeom>
        </p:spPr>
      </p:pic>
      <p:sp>
        <p:nvSpPr>
          <p:cNvPr id="185" name="TextBox 184">
            <a:extLst>
              <a:ext uri="{FF2B5EF4-FFF2-40B4-BE49-F238E27FC236}">
                <a16:creationId xmlns:a16="http://schemas.microsoft.com/office/drawing/2014/main" id="{6EB053FA-D0B7-AFEF-F081-82D60A0508C2}"/>
              </a:ext>
            </a:extLst>
          </p:cNvPr>
          <p:cNvSpPr txBox="1"/>
          <p:nvPr/>
        </p:nvSpPr>
        <p:spPr>
          <a:xfrm>
            <a:off x="3717517" y="9741951"/>
            <a:ext cx="17224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IPCC/CTI Recording/Logging Data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2D6D6177-8DEC-2697-EDBA-EFC5EF766098}"/>
              </a:ext>
            </a:extLst>
          </p:cNvPr>
          <p:cNvCxnSpPr>
            <a:cxnSpLocks/>
            <a:endCxn id="152" idx="2"/>
          </p:cNvCxnSpPr>
          <p:nvPr/>
        </p:nvCxnSpPr>
        <p:spPr>
          <a:xfrm flipV="1">
            <a:off x="4394678" y="8227636"/>
            <a:ext cx="0" cy="6861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연결선: 꺾임 187">
            <a:extLst>
              <a:ext uri="{FF2B5EF4-FFF2-40B4-BE49-F238E27FC236}">
                <a16:creationId xmlns:a16="http://schemas.microsoft.com/office/drawing/2014/main" id="{852B7BC4-B3D0-9ECA-9670-EA9CD740D127}"/>
              </a:ext>
            </a:extLst>
          </p:cNvPr>
          <p:cNvCxnSpPr>
            <a:cxnSpLocks/>
            <a:stCxn id="129" idx="0"/>
            <a:endCxn id="11" idx="0"/>
          </p:cNvCxnSpPr>
          <p:nvPr/>
        </p:nvCxnSpPr>
        <p:spPr>
          <a:xfrm rot="16200000" flipV="1">
            <a:off x="2747932" y="4323483"/>
            <a:ext cx="107260" cy="3233692"/>
          </a:xfrm>
          <a:prstGeom prst="bentConnector3">
            <a:avLst>
              <a:gd name="adj1" fmla="val 3131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46E0C140-8687-58F4-9844-C091A0009025}"/>
              </a:ext>
            </a:extLst>
          </p:cNvPr>
          <p:cNvSpPr/>
          <p:nvPr/>
        </p:nvSpPr>
        <p:spPr>
          <a:xfrm>
            <a:off x="3835541" y="8940571"/>
            <a:ext cx="2022376" cy="1577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chemeClr val="tx1"/>
                </a:solidFill>
              </a:rPr>
              <a:t>         Contact Management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1880D974-C66E-E4FE-7618-5C84CE717EFB}"/>
              </a:ext>
            </a:extLst>
          </p:cNvPr>
          <p:cNvSpPr/>
          <p:nvPr/>
        </p:nvSpPr>
        <p:spPr>
          <a:xfrm>
            <a:off x="3837847" y="9098295"/>
            <a:ext cx="2012385" cy="1033734"/>
          </a:xfrm>
          <a:prstGeom prst="rect">
            <a:avLst/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4D137AA2-BB11-A151-AD27-A3155C4960A9}"/>
              </a:ext>
            </a:extLst>
          </p:cNvPr>
          <p:cNvCxnSpPr>
            <a:cxnSpLocks/>
          </p:cNvCxnSpPr>
          <p:nvPr/>
        </p:nvCxnSpPr>
        <p:spPr>
          <a:xfrm>
            <a:off x="1178585" y="6575770"/>
            <a:ext cx="3919" cy="153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직선 화살표 연결선 233">
            <a:extLst>
              <a:ext uri="{FF2B5EF4-FFF2-40B4-BE49-F238E27FC236}">
                <a16:creationId xmlns:a16="http://schemas.microsoft.com/office/drawing/2014/main" id="{1BCEFFBB-0622-5B47-0F05-6D68A72A049B}"/>
              </a:ext>
            </a:extLst>
          </p:cNvPr>
          <p:cNvCxnSpPr>
            <a:cxnSpLocks/>
          </p:cNvCxnSpPr>
          <p:nvPr/>
        </p:nvCxnSpPr>
        <p:spPr>
          <a:xfrm flipH="1">
            <a:off x="4803414" y="7765359"/>
            <a:ext cx="20448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연결선: 꺾임 238">
            <a:extLst>
              <a:ext uri="{FF2B5EF4-FFF2-40B4-BE49-F238E27FC236}">
                <a16:creationId xmlns:a16="http://schemas.microsoft.com/office/drawing/2014/main" id="{BC97D7D8-F797-AE17-A425-F45CEB4CD314}"/>
              </a:ext>
            </a:extLst>
          </p:cNvPr>
          <p:cNvCxnSpPr>
            <a:cxnSpLocks/>
            <a:stCxn id="151" idx="2"/>
            <a:endCxn id="46" idx="1"/>
          </p:cNvCxnSpPr>
          <p:nvPr/>
        </p:nvCxnSpPr>
        <p:spPr>
          <a:xfrm rot="16200000" flipH="1">
            <a:off x="5783081" y="7641076"/>
            <a:ext cx="396908" cy="45201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연결선: 꺾임 248">
            <a:extLst>
              <a:ext uri="{FF2B5EF4-FFF2-40B4-BE49-F238E27FC236}">
                <a16:creationId xmlns:a16="http://schemas.microsoft.com/office/drawing/2014/main" id="{9F713216-760E-9E22-FCD3-DFB43C25C756}"/>
              </a:ext>
            </a:extLst>
          </p:cNvPr>
          <p:cNvCxnSpPr>
            <a:cxnSpLocks/>
            <a:stCxn id="163" idx="1"/>
            <a:endCxn id="182" idx="3"/>
          </p:cNvCxnSpPr>
          <p:nvPr/>
        </p:nvCxnSpPr>
        <p:spPr>
          <a:xfrm rot="10800000" flipV="1">
            <a:off x="3556629" y="6705288"/>
            <a:ext cx="384284" cy="16826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직선 화살표 연결선 256">
            <a:extLst>
              <a:ext uri="{FF2B5EF4-FFF2-40B4-BE49-F238E27FC236}">
                <a16:creationId xmlns:a16="http://schemas.microsoft.com/office/drawing/2014/main" id="{A1316C2B-56B2-9890-1D9C-6247AA1DACCE}"/>
              </a:ext>
            </a:extLst>
          </p:cNvPr>
          <p:cNvCxnSpPr/>
          <p:nvPr/>
        </p:nvCxnSpPr>
        <p:spPr>
          <a:xfrm>
            <a:off x="2520429" y="7857533"/>
            <a:ext cx="0" cy="336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AE2605A-D6F4-437B-69CC-3C608C7522C8}"/>
              </a:ext>
            </a:extLst>
          </p:cNvPr>
          <p:cNvSpPr txBox="1"/>
          <p:nvPr/>
        </p:nvSpPr>
        <p:spPr>
          <a:xfrm>
            <a:off x="5486694" y="8074388"/>
            <a:ext cx="7873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Text Request</a:t>
            </a:r>
            <a:endParaRPr lang="ko-KR" altLang="en-US" sz="800" dirty="0"/>
          </a:p>
        </p:txBody>
      </p:sp>
      <p:sp>
        <p:nvSpPr>
          <p:cNvPr id="270" name="모서리가 둥근 직사각형 70">
            <a:extLst>
              <a:ext uri="{FF2B5EF4-FFF2-40B4-BE49-F238E27FC236}">
                <a16:creationId xmlns:a16="http://schemas.microsoft.com/office/drawing/2014/main" id="{909C58CE-09C6-34CD-605E-6FF7C49997CD}"/>
              </a:ext>
            </a:extLst>
          </p:cNvPr>
          <p:cNvSpPr/>
          <p:nvPr/>
        </p:nvSpPr>
        <p:spPr>
          <a:xfrm>
            <a:off x="498989" y="3268626"/>
            <a:ext cx="3216979" cy="529890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Text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Data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pc="-6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Cleasing</a:t>
            </a:r>
            <a:r>
              <a:rPr lang="en-US" altLang="ko-KR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/Normalization/Categorization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MetaData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추출 및 </a:t>
            </a:r>
            <a:r>
              <a:rPr lang="ko-KR" altLang="en-US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생성</a:t>
            </a:r>
            <a:endParaRPr lang="en-US" altLang="ko-KR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Chunking Data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전환</a:t>
            </a:r>
          </a:p>
        </p:txBody>
      </p:sp>
    </p:spTree>
    <p:extLst>
      <p:ext uri="{BB962C8B-B14F-4D97-AF65-F5344CB8AC3E}">
        <p14:creationId xmlns:p14="http://schemas.microsoft.com/office/powerpoint/2010/main" val="379376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7318A-1894-4034-216E-1ABCE503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5B8CC3A-EE83-6C6A-5958-23BE92E4840A}"/>
              </a:ext>
            </a:extLst>
          </p:cNvPr>
          <p:cNvGrpSpPr/>
          <p:nvPr/>
        </p:nvGrpSpPr>
        <p:grpSpPr>
          <a:xfrm>
            <a:off x="317500" y="1125339"/>
            <a:ext cx="7099288" cy="624935"/>
            <a:chOff x="357249" y="1406962"/>
            <a:chExt cx="7059549" cy="624935"/>
          </a:xfrm>
        </p:grpSpPr>
        <p:pic>
          <p:nvPicPr>
            <p:cNvPr id="162" name="Picture 72" descr="악세사리">
              <a:extLst>
                <a:ext uri="{FF2B5EF4-FFF2-40B4-BE49-F238E27FC236}">
                  <a16:creationId xmlns:a16="http://schemas.microsoft.com/office/drawing/2014/main" id="{A02F05D6-4A7F-8243-D9E4-BEC7C0DD69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V="1">
              <a:off x="941947" y="1820042"/>
              <a:ext cx="4950066" cy="211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C6F9D5A9-4CDE-D022-3559-5A5E2629356F}"/>
                </a:ext>
              </a:extLst>
            </p:cNvPr>
            <p:cNvGrpSpPr/>
            <p:nvPr/>
          </p:nvGrpSpPr>
          <p:grpSpPr>
            <a:xfrm>
              <a:off x="408022" y="1461391"/>
              <a:ext cx="7008776" cy="365439"/>
              <a:chOff x="740964" y="2121706"/>
              <a:chExt cx="7518971" cy="332217"/>
            </a:xfrm>
          </p:grpSpPr>
          <p:sp>
            <p:nvSpPr>
              <p:cNvPr id="170" name="모서리가 둥근 직사각형 169">
                <a:extLst>
                  <a:ext uri="{FF2B5EF4-FFF2-40B4-BE49-F238E27FC236}">
                    <a16:creationId xmlns:a16="http://schemas.microsoft.com/office/drawing/2014/main" id="{51FAE49B-CB2E-15D5-D2BB-8C830068B84D}"/>
                  </a:ext>
                </a:extLst>
              </p:cNvPr>
              <p:cNvSpPr/>
              <p:nvPr/>
            </p:nvSpPr>
            <p:spPr>
              <a:xfrm>
                <a:off x="740964" y="2159488"/>
                <a:ext cx="7518971" cy="29443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8100" dist="12700" dir="5400000" algn="t" rotWithShape="0">
                  <a:prstClr val="black">
                    <a:alpha val="3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233135" bIns="0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6350"/>
                </a:sp3d>
              </a:bodyPr>
              <a:lstStyle/>
              <a:p>
                <a:pPr algn="ctr"/>
                <a:endParaRPr lang="ko-KR" altLang="en-US" sz="1943" spc="-3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71" name="모서리가 둥근 직사각형 170">
                <a:extLst>
                  <a:ext uri="{FF2B5EF4-FFF2-40B4-BE49-F238E27FC236}">
                    <a16:creationId xmlns:a16="http://schemas.microsoft.com/office/drawing/2014/main" id="{BB5E75CC-D3D0-673A-3D5D-95C9AB99D205}"/>
                  </a:ext>
                </a:extLst>
              </p:cNvPr>
              <p:cNvSpPr/>
              <p:nvPr/>
            </p:nvSpPr>
            <p:spPr>
              <a:xfrm>
                <a:off x="740964" y="2121706"/>
                <a:ext cx="7518971" cy="300354"/>
              </a:xfrm>
              <a:prstGeom prst="roundRect">
                <a:avLst/>
              </a:prstGeom>
              <a:solidFill>
                <a:srgbClr val="1047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95507"/>
                <a:r>
                  <a:rPr lang="en-US" altLang="ko-KR" sz="1400" spc="-10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  <a:cs typeface="ollehche_v2" panose="02020603020101020101" pitchFamily="18" charset="-127"/>
                  </a:rPr>
                  <a:t>Contact Mgt. System</a:t>
                </a:r>
                <a:endParaRPr lang="ko-KR" altLang="en-US" sz="140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ollehche_v2" panose="02020603020101020101" pitchFamily="18" charset="-127"/>
                </a:endParaRPr>
              </a:p>
            </p:txBody>
          </p:sp>
        </p:grpSp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B5F00EA5-6FBC-C96D-7F60-EEC88FEABE13}"/>
                </a:ext>
              </a:extLst>
            </p:cNvPr>
            <p:cNvGrpSpPr/>
            <p:nvPr/>
          </p:nvGrpSpPr>
          <p:grpSpPr>
            <a:xfrm>
              <a:off x="357249" y="1406962"/>
              <a:ext cx="733868" cy="285956"/>
              <a:chOff x="677023" y="3112618"/>
              <a:chExt cx="927002" cy="285775"/>
            </a:xfrm>
          </p:grpSpPr>
          <p:sp>
            <p:nvSpPr>
              <p:cNvPr id="167" name="대각선 방향의 모서리가 둥근 사각형 166">
                <a:extLst>
                  <a:ext uri="{FF2B5EF4-FFF2-40B4-BE49-F238E27FC236}">
                    <a16:creationId xmlns:a16="http://schemas.microsoft.com/office/drawing/2014/main" id="{06B274AE-F321-5186-7F53-34AC62D881E5}"/>
                  </a:ext>
                </a:extLst>
              </p:cNvPr>
              <p:cNvSpPr/>
              <p:nvPr/>
            </p:nvSpPr>
            <p:spPr>
              <a:xfrm>
                <a:off x="677023" y="3112618"/>
                <a:ext cx="927002" cy="285775"/>
              </a:xfrm>
              <a:prstGeom prst="round2DiagRect">
                <a:avLst>
                  <a:gd name="adj1" fmla="val 32145"/>
                  <a:gd name="adj2" fmla="val 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chemeClr val="bg1"/>
                  </a:gs>
                </a:gsLst>
                <a:lin ang="5400000" scaled="0"/>
                <a:tileRect/>
              </a:gradFill>
              <a:ln w="15875">
                <a:gradFill flip="none" rotWithShape="1">
                  <a:gsLst>
                    <a:gs pos="100000">
                      <a:srgbClr val="0B3D72"/>
                    </a:gs>
                    <a:gs pos="0">
                      <a:srgbClr val="0B3D72">
                        <a:alpha val="0"/>
                      </a:srgbClr>
                    </a:gs>
                  </a:gsLst>
                  <a:lin ang="7200000" scaled="0"/>
                  <a:tileRect/>
                </a:gradFill>
                <a:round/>
                <a:headEnd/>
                <a:tailEnd/>
              </a:ln>
              <a:effectLst>
                <a:outerShdw blurRad="50800" dist="25400" dir="54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68" name="대각선 방향의 모서리가 둥근 사각형 167">
                <a:extLst>
                  <a:ext uri="{FF2B5EF4-FFF2-40B4-BE49-F238E27FC236}">
                    <a16:creationId xmlns:a16="http://schemas.microsoft.com/office/drawing/2014/main" id="{631E107A-CD6A-19A9-EDFD-71794A2EF82B}"/>
                  </a:ext>
                </a:extLst>
              </p:cNvPr>
              <p:cNvSpPr/>
              <p:nvPr/>
            </p:nvSpPr>
            <p:spPr>
              <a:xfrm>
                <a:off x="702533" y="3139245"/>
                <a:ext cx="875985" cy="232523"/>
              </a:xfrm>
              <a:prstGeom prst="round2DiagRect">
                <a:avLst>
                  <a:gd name="adj1" fmla="val 32726"/>
                  <a:gd name="adj2" fmla="val 0"/>
                </a:avLst>
              </a:prstGeom>
              <a:gradFill>
                <a:gsLst>
                  <a:gs pos="100000">
                    <a:srgbClr val="C4C4C4"/>
                  </a:gs>
                  <a:gs pos="91000">
                    <a:srgbClr val="D1D1D1"/>
                  </a:gs>
                  <a:gs pos="0">
                    <a:schemeClr val="bg1"/>
                  </a:gs>
                </a:gsLst>
                <a:lin ang="8100000" scaled="1"/>
              </a:gra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09D7FC4-3936-9639-E2BC-038646EDAE5B}"/>
                  </a:ext>
                </a:extLst>
              </p:cNvPr>
              <p:cNvSpPr txBox="1"/>
              <p:nvPr/>
            </p:nvSpPr>
            <p:spPr bwMode="gray">
              <a:xfrm>
                <a:off x="698899" y="3141043"/>
                <a:ext cx="859188" cy="2030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2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rgbClr val="0B3D72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K</a:t>
                </a:r>
                <a:r>
                  <a:rPr lang="en-US" altLang="ko-KR" sz="10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EY POINT</a:t>
                </a:r>
                <a:endParaRPr lang="ko-KR" altLang="en-US" sz="1000" i="1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41D39E9-8763-9462-2186-6E77511433B9}"/>
              </a:ext>
            </a:extLst>
          </p:cNvPr>
          <p:cNvGrpSpPr/>
          <p:nvPr/>
        </p:nvGrpSpPr>
        <p:grpSpPr>
          <a:xfrm>
            <a:off x="471245" y="388012"/>
            <a:ext cx="5721592" cy="677108"/>
            <a:chOff x="517344" y="264655"/>
            <a:chExt cx="5721592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76AF70D-8118-4EA9-FC4D-B16816A235FB}"/>
                </a:ext>
              </a:extLst>
            </p:cNvPr>
            <p:cNvSpPr txBox="1"/>
            <p:nvPr/>
          </p:nvSpPr>
          <p:spPr>
            <a:xfrm>
              <a:off x="517344" y="264655"/>
              <a:ext cx="73606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defTabSz="932534">
                <a:spcBef>
                  <a:spcPts val="1019"/>
                </a:spcBef>
              </a:pPr>
              <a:r>
                <a:rPr lang="en-US" altLang="ko-KR" sz="4400" spc="-4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0</a:t>
              </a:r>
              <a:r>
                <a:rPr lang="en-US" altLang="ko-KR" sz="4400" spc="-4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047C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en-US" altLang="ko-KR" sz="5000" spc="-40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1047C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6" name="대각선 방향의 모서리가 잘린 사각형 25">
              <a:extLst>
                <a:ext uri="{FF2B5EF4-FFF2-40B4-BE49-F238E27FC236}">
                  <a16:creationId xmlns:a16="http://schemas.microsoft.com/office/drawing/2014/main" id="{5FEA6813-12F5-8812-6B50-FACFB6CD2EDB}"/>
                </a:ext>
              </a:extLst>
            </p:cNvPr>
            <p:cNvSpPr/>
            <p:nvPr/>
          </p:nvSpPr>
          <p:spPr>
            <a:xfrm>
              <a:off x="1238188" y="540030"/>
              <a:ext cx="5000748" cy="330389"/>
            </a:xfrm>
            <a:prstGeom prst="snip2DiagRect">
              <a:avLst>
                <a:gd name="adj1" fmla="val 0"/>
                <a:gd name="adj2" fmla="val 34317"/>
              </a:avLst>
            </a:prstGeom>
            <a:solidFill>
              <a:srgbClr val="1047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rtlCol="0" anchor="ctr"/>
            <a:lstStyle/>
            <a:p>
              <a:pPr defTabSz="995507"/>
              <a:r>
                <a:rPr lang="en-US" altLang="ko-KR" sz="1600" b="1" spc="-6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IPCC </a:t>
              </a:r>
              <a:r>
                <a:rPr lang="ko-KR" altLang="en-US" sz="1600" b="1" spc="-6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시스템 상세</a:t>
              </a:r>
            </a:p>
          </p:txBody>
        </p:sp>
      </p:grpSp>
      <p:sp>
        <p:nvSpPr>
          <p:cNvPr id="30" name="모서리가 둥근 직사각형 64">
            <a:extLst>
              <a:ext uri="{FF2B5EF4-FFF2-40B4-BE49-F238E27FC236}">
                <a16:creationId xmlns:a16="http://schemas.microsoft.com/office/drawing/2014/main" id="{5289D244-06A1-A25A-CCEA-DF24CF250D8E}"/>
              </a:ext>
            </a:extLst>
          </p:cNvPr>
          <p:cNvSpPr/>
          <p:nvPr/>
        </p:nvSpPr>
        <p:spPr>
          <a:xfrm>
            <a:off x="406521" y="1898473"/>
            <a:ext cx="1483573" cy="348776"/>
          </a:xfrm>
          <a:prstGeom prst="roundRect">
            <a:avLst>
              <a:gd name="adj" fmla="val 10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모서리가 둥근 직사각형 46">
            <a:extLst>
              <a:ext uri="{FF2B5EF4-FFF2-40B4-BE49-F238E27FC236}">
                <a16:creationId xmlns:a16="http://schemas.microsoft.com/office/drawing/2014/main" id="{93A75C93-7D6B-014F-4662-229303C1EAF9}"/>
              </a:ext>
            </a:extLst>
          </p:cNvPr>
          <p:cNvSpPr/>
          <p:nvPr/>
        </p:nvSpPr>
        <p:spPr>
          <a:xfrm>
            <a:off x="421822" y="1636572"/>
            <a:ext cx="6993727" cy="643543"/>
          </a:xfrm>
          <a:prstGeom prst="roundRect">
            <a:avLst>
              <a:gd name="adj" fmla="val 5796"/>
            </a:avLst>
          </a:prstGeom>
          <a:solidFill>
            <a:schemeClr val="bg1"/>
          </a:solidFill>
          <a:ln w="9525">
            <a:solidFill>
              <a:srgbClr val="039FE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8673">
              <a:lnSpc>
                <a:spcPct val="110000"/>
              </a:lnSpc>
              <a:buSzPct val="80000"/>
              <a:defRPr/>
            </a:pP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CTI(Computer Telephony Integration)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시스템을 기반으로 한 지능형 </a:t>
            </a:r>
            <a:r>
              <a:rPr lang="ko-KR" altLang="en-US" sz="1200" b="1" spc="-58" dirty="0" err="1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컨택센터의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핵심 인프라로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다양한 채널의 고객 접점을 통합 관리하고 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기술과 연계하여 효율적인 상담 서비스를 제공하는 시스템입니다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1200" b="1" spc="-58" dirty="0">
              <a:ln w="3175"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2" name="자유형 50">
            <a:extLst>
              <a:ext uri="{FF2B5EF4-FFF2-40B4-BE49-F238E27FC236}">
                <a16:creationId xmlns:a16="http://schemas.microsoft.com/office/drawing/2014/main" id="{F7A1F898-B04D-AEB5-FFD8-3064E00D3AF5}"/>
              </a:ext>
            </a:extLst>
          </p:cNvPr>
          <p:cNvSpPr/>
          <p:nvPr/>
        </p:nvSpPr>
        <p:spPr>
          <a:xfrm>
            <a:off x="361614" y="1577143"/>
            <a:ext cx="391180" cy="374500"/>
          </a:xfrm>
          <a:custGeom>
            <a:avLst/>
            <a:gdLst>
              <a:gd name="connsiteX0" fmla="*/ 33240 w 167693"/>
              <a:gd name="connsiteY0" fmla="*/ 0 h 167693"/>
              <a:gd name="connsiteX1" fmla="*/ 167693 w 167693"/>
              <a:gd name="connsiteY1" fmla="*/ 0 h 167693"/>
              <a:gd name="connsiteX2" fmla="*/ 0 w 167693"/>
              <a:gd name="connsiteY2" fmla="*/ 167693 h 167693"/>
              <a:gd name="connsiteX3" fmla="*/ 0 w 167693"/>
              <a:gd name="connsiteY3" fmla="*/ 33240 h 167693"/>
              <a:gd name="connsiteX4" fmla="*/ 33240 w 167693"/>
              <a:gd name="connsiteY4" fmla="*/ 0 h 16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693" h="167693">
                <a:moveTo>
                  <a:pt x="33240" y="0"/>
                </a:moveTo>
                <a:lnTo>
                  <a:pt x="167693" y="0"/>
                </a:lnTo>
                <a:lnTo>
                  <a:pt x="0" y="167693"/>
                </a:lnTo>
                <a:lnTo>
                  <a:pt x="0" y="33240"/>
                </a:lnTo>
                <a:cubicBezTo>
                  <a:pt x="0" y="14882"/>
                  <a:pt x="14882" y="0"/>
                  <a:pt x="33240" y="0"/>
                </a:cubicBezTo>
                <a:close/>
              </a:path>
            </a:pathLst>
          </a:custGeom>
          <a:solidFill>
            <a:srgbClr val="03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n>
                <a:solidFill>
                  <a:srgbClr val="D9D9D9">
                    <a:alpha val="0"/>
                  </a:srgbClr>
                </a:solidFill>
              </a:ln>
            </a:endParaRPr>
          </a:p>
        </p:txBody>
      </p:sp>
      <p:sp>
        <p:nvSpPr>
          <p:cNvPr id="52" name="모서리가 둥근 직사각형 68">
            <a:extLst>
              <a:ext uri="{FF2B5EF4-FFF2-40B4-BE49-F238E27FC236}">
                <a16:creationId xmlns:a16="http://schemas.microsoft.com/office/drawing/2014/main" id="{0304050E-AB27-F360-BB09-B3CB98D36644}"/>
              </a:ext>
            </a:extLst>
          </p:cNvPr>
          <p:cNvSpPr/>
          <p:nvPr/>
        </p:nvSpPr>
        <p:spPr>
          <a:xfrm>
            <a:off x="470052" y="2377315"/>
            <a:ext cx="3418529" cy="1056596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3" name="모서리가 둥근 직사각형 69">
            <a:extLst>
              <a:ext uri="{FF2B5EF4-FFF2-40B4-BE49-F238E27FC236}">
                <a16:creationId xmlns:a16="http://schemas.microsoft.com/office/drawing/2014/main" id="{38A7E3E2-F511-A11F-3B18-692B12434571}"/>
              </a:ext>
            </a:extLst>
          </p:cNvPr>
          <p:cNvSpPr/>
          <p:nvPr/>
        </p:nvSpPr>
        <p:spPr>
          <a:xfrm>
            <a:off x="455985" y="2422107"/>
            <a:ext cx="3360587" cy="243399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ko-KR" altLang="en-US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멀티채널 통합 관리</a:t>
            </a:r>
          </a:p>
        </p:txBody>
      </p:sp>
      <p:sp>
        <p:nvSpPr>
          <p:cNvPr id="54" name="모서리가 둥근 직사각형 70">
            <a:extLst>
              <a:ext uri="{FF2B5EF4-FFF2-40B4-BE49-F238E27FC236}">
                <a16:creationId xmlns:a16="http://schemas.microsoft.com/office/drawing/2014/main" id="{6BD0AF43-3D2C-657E-5029-4CD8CD7876C6}"/>
              </a:ext>
            </a:extLst>
          </p:cNvPr>
          <p:cNvSpPr/>
          <p:nvPr/>
        </p:nvSpPr>
        <p:spPr>
          <a:xfrm>
            <a:off x="496528" y="2700555"/>
            <a:ext cx="3968117" cy="643543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음성 상담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실시간 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기반 자연어 인식으로 즉각적인 음성 응대 실현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채팅 상담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자연어 처리로 초 단위 응답 및 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24/7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상시 지원</a:t>
            </a:r>
          </a:p>
        </p:txBody>
      </p:sp>
      <p:sp>
        <p:nvSpPr>
          <p:cNvPr id="2" name="모서리가 둥근 직사각형 68">
            <a:extLst>
              <a:ext uri="{FF2B5EF4-FFF2-40B4-BE49-F238E27FC236}">
                <a16:creationId xmlns:a16="http://schemas.microsoft.com/office/drawing/2014/main" id="{7953B3A9-1D4D-85AD-5007-55B19E52D218}"/>
              </a:ext>
            </a:extLst>
          </p:cNvPr>
          <p:cNvSpPr/>
          <p:nvPr/>
        </p:nvSpPr>
        <p:spPr>
          <a:xfrm>
            <a:off x="4032597" y="2367203"/>
            <a:ext cx="3374082" cy="1054663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" name="모서리가 둥근 직사각형 69">
            <a:extLst>
              <a:ext uri="{FF2B5EF4-FFF2-40B4-BE49-F238E27FC236}">
                <a16:creationId xmlns:a16="http://schemas.microsoft.com/office/drawing/2014/main" id="{1FF103C8-919A-3E2F-CE81-49CAA37D61C1}"/>
              </a:ext>
            </a:extLst>
          </p:cNvPr>
          <p:cNvSpPr/>
          <p:nvPr/>
        </p:nvSpPr>
        <p:spPr>
          <a:xfrm>
            <a:off x="4104607" y="2398085"/>
            <a:ext cx="3297540" cy="264097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ko-KR" altLang="en-US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통합 </a:t>
            </a:r>
            <a:r>
              <a:rPr lang="en-US" altLang="ko-KR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Contact Management</a:t>
            </a:r>
          </a:p>
        </p:txBody>
      </p:sp>
      <p:sp>
        <p:nvSpPr>
          <p:cNvPr id="6" name="모서리가 둥근 직사각형 70">
            <a:extLst>
              <a:ext uri="{FF2B5EF4-FFF2-40B4-BE49-F238E27FC236}">
                <a16:creationId xmlns:a16="http://schemas.microsoft.com/office/drawing/2014/main" id="{CDEEB370-3D80-F5FD-4873-1A7C4773E4AF}"/>
              </a:ext>
            </a:extLst>
          </p:cNvPr>
          <p:cNvSpPr/>
          <p:nvPr/>
        </p:nvSpPr>
        <p:spPr>
          <a:xfrm>
            <a:off x="4104606" y="2690443"/>
            <a:ext cx="3296658" cy="643543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지능형 상담 분배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AI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문의 유형을 분석하여 최적 채널 자동 할당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실시간 상담 현황 관리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대시보드 기반 직관적 모니터링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자동화된 이력 관리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상담 데이터의 자동 수집 및 분석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69CCD43-70C2-2D32-BDA7-BDA62A669620}"/>
              </a:ext>
            </a:extLst>
          </p:cNvPr>
          <p:cNvGrpSpPr/>
          <p:nvPr/>
        </p:nvGrpSpPr>
        <p:grpSpPr>
          <a:xfrm>
            <a:off x="377761" y="4734570"/>
            <a:ext cx="7099288" cy="624935"/>
            <a:chOff x="357249" y="1406962"/>
            <a:chExt cx="7059549" cy="624935"/>
          </a:xfrm>
        </p:grpSpPr>
        <p:pic>
          <p:nvPicPr>
            <p:cNvPr id="8" name="Picture 72" descr="악세사리">
              <a:extLst>
                <a:ext uri="{FF2B5EF4-FFF2-40B4-BE49-F238E27FC236}">
                  <a16:creationId xmlns:a16="http://schemas.microsoft.com/office/drawing/2014/main" id="{549F00CC-03E4-61C3-624D-0E4C16FEAD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V="1">
              <a:off x="941947" y="1820042"/>
              <a:ext cx="4950066" cy="211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C215D6F-5EDC-2585-FBD1-B3B35FA11CCC}"/>
                </a:ext>
              </a:extLst>
            </p:cNvPr>
            <p:cNvGrpSpPr/>
            <p:nvPr/>
          </p:nvGrpSpPr>
          <p:grpSpPr>
            <a:xfrm>
              <a:off x="408022" y="1461391"/>
              <a:ext cx="7008776" cy="365439"/>
              <a:chOff x="740964" y="2121706"/>
              <a:chExt cx="7518971" cy="332217"/>
            </a:xfrm>
          </p:grpSpPr>
          <p:sp>
            <p:nvSpPr>
              <p:cNvPr id="14" name="모서리가 둥근 직사각형 169">
                <a:extLst>
                  <a:ext uri="{FF2B5EF4-FFF2-40B4-BE49-F238E27FC236}">
                    <a16:creationId xmlns:a16="http://schemas.microsoft.com/office/drawing/2014/main" id="{CF6A90F9-CFF0-0803-FE4B-462ABE37C9B3}"/>
                  </a:ext>
                </a:extLst>
              </p:cNvPr>
              <p:cNvSpPr/>
              <p:nvPr/>
            </p:nvSpPr>
            <p:spPr>
              <a:xfrm>
                <a:off x="740964" y="2159488"/>
                <a:ext cx="7518971" cy="29443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8100" dist="12700" dir="5400000" algn="t" rotWithShape="0">
                  <a:prstClr val="black">
                    <a:alpha val="3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233135" bIns="0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6350"/>
                </a:sp3d>
              </a:bodyPr>
              <a:lstStyle/>
              <a:p>
                <a:pPr algn="ctr"/>
                <a:endParaRPr lang="ko-KR" altLang="en-US" sz="1943" spc="-3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5" name="모서리가 둥근 직사각형 170">
                <a:extLst>
                  <a:ext uri="{FF2B5EF4-FFF2-40B4-BE49-F238E27FC236}">
                    <a16:creationId xmlns:a16="http://schemas.microsoft.com/office/drawing/2014/main" id="{A6C34A1D-FBB7-C7E1-DAC3-03242126A7CC}"/>
                  </a:ext>
                </a:extLst>
              </p:cNvPr>
              <p:cNvSpPr/>
              <p:nvPr/>
            </p:nvSpPr>
            <p:spPr>
              <a:xfrm>
                <a:off x="740964" y="2121706"/>
                <a:ext cx="7518971" cy="300354"/>
              </a:xfrm>
              <a:prstGeom prst="roundRect">
                <a:avLst/>
              </a:prstGeom>
              <a:solidFill>
                <a:srgbClr val="1047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95507"/>
                <a:r>
                  <a:rPr lang="en-US" altLang="ko-KR" sz="1400" spc="-10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  <a:cs typeface="ollehche_v2" panose="02020603020101020101" pitchFamily="18" charset="-127"/>
                  </a:rPr>
                  <a:t>LQP(LLM Query Processing) Framework</a:t>
                </a:r>
                <a:endParaRPr lang="ko-KR" altLang="en-US" sz="140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ollehche_v2" panose="02020603020101020101" pitchFamily="18" charset="-127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A38C047-CE7A-953A-46B8-AFE3BAC30840}"/>
                </a:ext>
              </a:extLst>
            </p:cNvPr>
            <p:cNvGrpSpPr/>
            <p:nvPr/>
          </p:nvGrpSpPr>
          <p:grpSpPr>
            <a:xfrm>
              <a:off x="357249" y="1406962"/>
              <a:ext cx="733868" cy="285956"/>
              <a:chOff x="677023" y="3112618"/>
              <a:chExt cx="927002" cy="285775"/>
            </a:xfrm>
          </p:grpSpPr>
          <p:sp>
            <p:nvSpPr>
              <p:cNvPr id="11" name="대각선 방향의 모서리가 둥근 사각형 166">
                <a:extLst>
                  <a:ext uri="{FF2B5EF4-FFF2-40B4-BE49-F238E27FC236}">
                    <a16:creationId xmlns:a16="http://schemas.microsoft.com/office/drawing/2014/main" id="{722C5207-5299-1FE7-EFF3-4BB1F4841998}"/>
                  </a:ext>
                </a:extLst>
              </p:cNvPr>
              <p:cNvSpPr/>
              <p:nvPr/>
            </p:nvSpPr>
            <p:spPr>
              <a:xfrm>
                <a:off x="677023" y="3112618"/>
                <a:ext cx="927002" cy="285775"/>
              </a:xfrm>
              <a:prstGeom prst="round2DiagRect">
                <a:avLst>
                  <a:gd name="adj1" fmla="val 32145"/>
                  <a:gd name="adj2" fmla="val 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chemeClr val="bg1"/>
                  </a:gs>
                </a:gsLst>
                <a:lin ang="5400000" scaled="0"/>
                <a:tileRect/>
              </a:gradFill>
              <a:ln w="15875">
                <a:gradFill flip="none" rotWithShape="1">
                  <a:gsLst>
                    <a:gs pos="100000">
                      <a:srgbClr val="0B3D72"/>
                    </a:gs>
                    <a:gs pos="0">
                      <a:srgbClr val="0B3D72">
                        <a:alpha val="0"/>
                      </a:srgbClr>
                    </a:gs>
                  </a:gsLst>
                  <a:lin ang="7200000" scaled="0"/>
                  <a:tileRect/>
                </a:gradFill>
                <a:round/>
                <a:headEnd/>
                <a:tailEnd/>
              </a:ln>
              <a:effectLst>
                <a:outerShdw blurRad="50800" dist="25400" dir="54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2" name="대각선 방향의 모서리가 둥근 사각형 167">
                <a:extLst>
                  <a:ext uri="{FF2B5EF4-FFF2-40B4-BE49-F238E27FC236}">
                    <a16:creationId xmlns:a16="http://schemas.microsoft.com/office/drawing/2014/main" id="{A0B64278-AB08-2726-7E3C-61B94912455E}"/>
                  </a:ext>
                </a:extLst>
              </p:cNvPr>
              <p:cNvSpPr/>
              <p:nvPr/>
            </p:nvSpPr>
            <p:spPr>
              <a:xfrm>
                <a:off x="702533" y="3139245"/>
                <a:ext cx="875985" cy="232523"/>
              </a:xfrm>
              <a:prstGeom prst="round2DiagRect">
                <a:avLst>
                  <a:gd name="adj1" fmla="val 32726"/>
                  <a:gd name="adj2" fmla="val 0"/>
                </a:avLst>
              </a:prstGeom>
              <a:gradFill>
                <a:gsLst>
                  <a:gs pos="100000">
                    <a:srgbClr val="C4C4C4"/>
                  </a:gs>
                  <a:gs pos="91000">
                    <a:srgbClr val="D1D1D1"/>
                  </a:gs>
                  <a:gs pos="0">
                    <a:schemeClr val="bg1"/>
                  </a:gs>
                </a:gsLst>
                <a:lin ang="8100000" scaled="1"/>
              </a:gra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A44927-424A-A2C5-1EA7-8D312FB36318}"/>
                  </a:ext>
                </a:extLst>
              </p:cNvPr>
              <p:cNvSpPr txBox="1"/>
              <p:nvPr/>
            </p:nvSpPr>
            <p:spPr bwMode="gray">
              <a:xfrm>
                <a:off x="698899" y="3141043"/>
                <a:ext cx="859188" cy="2030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2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rgbClr val="0B3D72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K</a:t>
                </a:r>
                <a:r>
                  <a:rPr lang="en-US" altLang="ko-KR" sz="10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EY POINT</a:t>
                </a:r>
                <a:endParaRPr lang="ko-KR" altLang="en-US" sz="1000" i="1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</p:grpSp>
      <p:sp>
        <p:nvSpPr>
          <p:cNvPr id="16" name="모서리가 둥근 직사각형 46">
            <a:extLst>
              <a:ext uri="{FF2B5EF4-FFF2-40B4-BE49-F238E27FC236}">
                <a16:creationId xmlns:a16="http://schemas.microsoft.com/office/drawing/2014/main" id="{5EFDF285-21A9-806F-ABE2-E0DA15B0B0B1}"/>
              </a:ext>
            </a:extLst>
          </p:cNvPr>
          <p:cNvSpPr/>
          <p:nvPr/>
        </p:nvSpPr>
        <p:spPr>
          <a:xfrm>
            <a:off x="482083" y="5245803"/>
            <a:ext cx="6993727" cy="643543"/>
          </a:xfrm>
          <a:prstGeom prst="roundRect">
            <a:avLst>
              <a:gd name="adj" fmla="val 5796"/>
            </a:avLst>
          </a:prstGeom>
          <a:solidFill>
            <a:schemeClr val="bg1"/>
          </a:solidFill>
          <a:ln w="9525">
            <a:solidFill>
              <a:srgbClr val="039FE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928673">
              <a:lnSpc>
                <a:spcPct val="110000"/>
              </a:lnSpc>
              <a:buSzPct val="80000"/>
              <a:defRPr/>
            </a:pP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을 활용한 질의응답 처리를 위한 핵심 프레임워크로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다양한 형태의 데이터를 수집하고 처리하여 정확하고 신속한 응답을 생성하는 지능형 처리 시스템입니다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1200" b="1" spc="-58" dirty="0">
              <a:ln w="3175"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" name="모서리가 둥근 직사각형 68">
            <a:extLst>
              <a:ext uri="{FF2B5EF4-FFF2-40B4-BE49-F238E27FC236}">
                <a16:creationId xmlns:a16="http://schemas.microsoft.com/office/drawing/2014/main" id="{0A8AC2C4-74FD-F13D-C0F0-B3CBAE9ECE44}"/>
              </a:ext>
            </a:extLst>
          </p:cNvPr>
          <p:cNvSpPr/>
          <p:nvPr/>
        </p:nvSpPr>
        <p:spPr>
          <a:xfrm>
            <a:off x="460534" y="3533958"/>
            <a:ext cx="3418529" cy="1056596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" name="모서리가 둥근 직사각형 69">
            <a:extLst>
              <a:ext uri="{FF2B5EF4-FFF2-40B4-BE49-F238E27FC236}">
                <a16:creationId xmlns:a16="http://schemas.microsoft.com/office/drawing/2014/main" id="{290CC8B4-09CA-E601-2EF1-E34056FF6CBD}"/>
              </a:ext>
            </a:extLst>
          </p:cNvPr>
          <p:cNvSpPr/>
          <p:nvPr/>
        </p:nvSpPr>
        <p:spPr>
          <a:xfrm>
            <a:off x="484324" y="3578750"/>
            <a:ext cx="3404258" cy="232615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ko-KR" altLang="en-US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시스템 운영 관리</a:t>
            </a:r>
            <a:endParaRPr lang="en-US" altLang="ko-KR" sz="1000" b="1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모서리가 둥근 직사각형 70">
            <a:extLst>
              <a:ext uri="{FF2B5EF4-FFF2-40B4-BE49-F238E27FC236}">
                <a16:creationId xmlns:a16="http://schemas.microsoft.com/office/drawing/2014/main" id="{933E37BC-496A-40C1-A652-C5224B7DF35E}"/>
              </a:ext>
            </a:extLst>
          </p:cNvPr>
          <p:cNvSpPr/>
          <p:nvPr/>
        </p:nvSpPr>
        <p:spPr>
          <a:xfrm>
            <a:off x="524866" y="3857198"/>
            <a:ext cx="3968117" cy="643543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상담 품질 모니터링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실시간 응대 품질 평가 및 피드백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리소스 최적화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AI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기반 상담 인력 및 시스템 자원 할당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통계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리포팅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채널별 상담 현황 및 성과 분석 자동화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6CE1B22-6CFB-F13E-EAF8-B04D0E25A927}"/>
              </a:ext>
            </a:extLst>
          </p:cNvPr>
          <p:cNvGrpSpPr/>
          <p:nvPr/>
        </p:nvGrpSpPr>
        <p:grpSpPr>
          <a:xfrm>
            <a:off x="492668" y="5991307"/>
            <a:ext cx="3446984" cy="1056596"/>
            <a:chOff x="484324" y="7269527"/>
            <a:chExt cx="3044219" cy="1056596"/>
          </a:xfrm>
        </p:grpSpPr>
        <p:sp>
          <p:nvSpPr>
            <p:cNvPr id="21" name="모서리가 둥근 직사각형 68">
              <a:extLst>
                <a:ext uri="{FF2B5EF4-FFF2-40B4-BE49-F238E27FC236}">
                  <a16:creationId xmlns:a16="http://schemas.microsoft.com/office/drawing/2014/main" id="{94B6227E-40E9-12A5-95BF-31BF0DE264C9}"/>
                </a:ext>
              </a:extLst>
            </p:cNvPr>
            <p:cNvSpPr/>
            <p:nvPr/>
          </p:nvSpPr>
          <p:spPr>
            <a:xfrm>
              <a:off x="484324" y="7269527"/>
              <a:ext cx="3044218" cy="1056596"/>
            </a:xfrm>
            <a:prstGeom prst="roundRect">
              <a:avLst>
                <a:gd name="adj" fmla="val 4753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ctr">
                <a:buClr>
                  <a:srgbClr val="980E0E"/>
                </a:buClr>
                <a:buSzPct val="140000"/>
                <a:tabLst>
                  <a:tab pos="5065983" algn="l"/>
                </a:tabLst>
                <a:defRPr/>
              </a:pPr>
              <a:endParaRPr lang="ko-KR" altLang="en-US" sz="1100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2" name="모서리가 둥근 직사각형 69">
              <a:extLst>
                <a:ext uri="{FF2B5EF4-FFF2-40B4-BE49-F238E27FC236}">
                  <a16:creationId xmlns:a16="http://schemas.microsoft.com/office/drawing/2014/main" id="{5C9B163C-F5AD-0015-873A-C92728FA9CF7}"/>
                </a:ext>
              </a:extLst>
            </p:cNvPr>
            <p:cNvSpPr/>
            <p:nvPr/>
          </p:nvSpPr>
          <p:spPr>
            <a:xfrm>
              <a:off x="508113" y="7314319"/>
              <a:ext cx="3020430" cy="232615"/>
            </a:xfrm>
            <a:prstGeom prst="roundRect">
              <a:avLst>
                <a:gd name="adj" fmla="val 10881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ctr">
                <a:buClr>
                  <a:srgbClr val="980E0E"/>
                </a:buClr>
                <a:buSzPct val="140000"/>
                <a:tabLst>
                  <a:tab pos="5065983" algn="l"/>
                </a:tabLst>
                <a:defRPr/>
              </a:pPr>
              <a:r>
                <a:rPr lang="ko-KR" altLang="en-US" sz="1000" b="1" dirty="0">
                  <a:ln>
                    <a:solidFill>
                      <a:srgbClr val="97A2AB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지능형 데이터 처리</a:t>
              </a:r>
              <a:endParaRPr lang="en-US" altLang="ko-KR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25" name="모서리가 둥근 직사각형 70">
            <a:extLst>
              <a:ext uri="{FF2B5EF4-FFF2-40B4-BE49-F238E27FC236}">
                <a16:creationId xmlns:a16="http://schemas.microsoft.com/office/drawing/2014/main" id="{4DA3B3C3-57D1-2FF3-D223-AFB13AD17210}"/>
              </a:ext>
            </a:extLst>
          </p:cNvPr>
          <p:cNvSpPr/>
          <p:nvPr/>
        </p:nvSpPr>
        <p:spPr>
          <a:xfrm>
            <a:off x="556999" y="6314547"/>
            <a:ext cx="6805897" cy="643543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실시간 데이터 수집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정제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최고의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정확도 확보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고품질 데이터 확보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 도메인 특화 지식 구조화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디지털교과서 전문 지식 체계 구축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고성능 벡터 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활용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밀리초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단위 실시간 검색 및 응답 생성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2FFA9EE-F6B0-59FB-D0EB-4F0FD014F240}"/>
              </a:ext>
            </a:extLst>
          </p:cNvPr>
          <p:cNvGrpSpPr/>
          <p:nvPr/>
        </p:nvGrpSpPr>
        <p:grpSpPr>
          <a:xfrm>
            <a:off x="4040941" y="5961631"/>
            <a:ext cx="3450228" cy="1056596"/>
            <a:chOff x="4440855" y="7239851"/>
            <a:chExt cx="3041970" cy="1056596"/>
          </a:xfrm>
        </p:grpSpPr>
        <p:sp>
          <p:nvSpPr>
            <p:cNvPr id="27" name="모서리가 둥근 직사각형 68">
              <a:extLst>
                <a:ext uri="{FF2B5EF4-FFF2-40B4-BE49-F238E27FC236}">
                  <a16:creationId xmlns:a16="http://schemas.microsoft.com/office/drawing/2014/main" id="{BBBD42D5-A9A4-3494-1198-1E2B8E8B5645}"/>
                </a:ext>
              </a:extLst>
            </p:cNvPr>
            <p:cNvSpPr/>
            <p:nvPr/>
          </p:nvSpPr>
          <p:spPr>
            <a:xfrm>
              <a:off x="4440855" y="7239851"/>
              <a:ext cx="3041969" cy="1056596"/>
            </a:xfrm>
            <a:prstGeom prst="roundRect">
              <a:avLst>
                <a:gd name="adj" fmla="val 4753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ctr">
                <a:buClr>
                  <a:srgbClr val="980E0E"/>
                </a:buClr>
                <a:buSzPct val="140000"/>
                <a:tabLst>
                  <a:tab pos="5065983" algn="l"/>
                </a:tabLst>
                <a:defRPr/>
              </a:pPr>
              <a:endParaRPr lang="ko-KR" altLang="en-US" sz="1100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8" name="모서리가 둥근 직사각형 69">
              <a:extLst>
                <a:ext uri="{FF2B5EF4-FFF2-40B4-BE49-F238E27FC236}">
                  <a16:creationId xmlns:a16="http://schemas.microsoft.com/office/drawing/2014/main" id="{A21F98D2-F735-C198-D53E-54DF2F5D160D}"/>
                </a:ext>
              </a:extLst>
            </p:cNvPr>
            <p:cNvSpPr/>
            <p:nvPr/>
          </p:nvSpPr>
          <p:spPr>
            <a:xfrm>
              <a:off x="4464645" y="7284643"/>
              <a:ext cx="3018180" cy="232615"/>
            </a:xfrm>
            <a:prstGeom prst="roundRect">
              <a:avLst>
                <a:gd name="adj" fmla="val 10881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ctr">
                <a:buClr>
                  <a:srgbClr val="980E0E"/>
                </a:buClr>
                <a:buSzPct val="140000"/>
                <a:tabLst>
                  <a:tab pos="5065983" algn="l"/>
                </a:tabLst>
                <a:defRPr/>
              </a:pPr>
              <a:r>
                <a:rPr lang="ko-KR" altLang="en-US" sz="1000" b="1" dirty="0">
                  <a:ln>
                    <a:solidFill>
                      <a:srgbClr val="97A2AB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데이터 관리 최적화</a:t>
              </a:r>
              <a:endParaRPr lang="en-US" altLang="ko-KR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9" name="모서리가 둥근 직사각형 70">
              <a:extLst>
                <a:ext uri="{FF2B5EF4-FFF2-40B4-BE49-F238E27FC236}">
                  <a16:creationId xmlns:a16="http://schemas.microsoft.com/office/drawing/2014/main" id="{9A7F5EE0-4A1B-4E8D-1D52-3DD133A12FE1}"/>
                </a:ext>
              </a:extLst>
            </p:cNvPr>
            <p:cNvSpPr/>
            <p:nvPr/>
          </p:nvSpPr>
          <p:spPr>
            <a:xfrm>
              <a:off x="4581033" y="7602844"/>
              <a:ext cx="2761612" cy="643543"/>
            </a:xfrm>
            <a:prstGeom prst="roundRect">
              <a:avLst>
                <a:gd name="adj" fmla="val 9526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85725" lvl="1" indent="-85725" algn="l" fontAlgn="base">
                <a:spcBef>
                  <a:spcPts val="100"/>
                </a:spcBef>
                <a:spcAft>
                  <a:spcPts val="1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Arial" panose="020B0604020202020204" pitchFamily="34" charset="0"/>
                <a:buChar char="•"/>
                <a:tabLst>
                  <a:tab pos="5648325" algn="l"/>
                </a:tabLst>
              </a:pPr>
              <a:r>
                <a:rPr lang="ko-KR" altLang="en-US" sz="9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지식 데이터 자동 업데이트</a:t>
              </a:r>
              <a:r>
                <a:rPr lang="en-US" altLang="ko-KR" sz="9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: </a:t>
              </a:r>
              <a:r>
                <a:rPr lang="ko-KR" altLang="en-US" sz="9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최신 정보 실시간 반영 및 동기화</a:t>
              </a:r>
              <a:endPara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marL="85725" lvl="1" indent="-85725" algn="l" fontAlgn="base">
                <a:spcBef>
                  <a:spcPts val="100"/>
                </a:spcBef>
                <a:spcAft>
                  <a:spcPts val="1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Arial" panose="020B0604020202020204" pitchFamily="34" charset="0"/>
                <a:buChar char="•"/>
                <a:tabLst>
                  <a:tab pos="5648325" algn="l"/>
                </a:tabLst>
              </a:pPr>
              <a:r>
                <a:rPr lang="ko-KR" altLang="en-US" sz="9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컨텍스트 기반 검색 고도화</a:t>
              </a:r>
              <a:r>
                <a:rPr lang="en-US" altLang="ko-KR" sz="9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: </a:t>
              </a:r>
              <a:r>
                <a:rPr lang="ko-KR" altLang="en-US" sz="9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사용자 의도 파악 및 맞춤형 응답</a:t>
              </a:r>
              <a:endPara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marL="85725" lvl="1" indent="-85725" algn="l" fontAlgn="base">
                <a:spcBef>
                  <a:spcPts val="100"/>
                </a:spcBef>
                <a:spcAft>
                  <a:spcPts val="1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Arial" panose="020B0604020202020204" pitchFamily="34" charset="0"/>
                <a:buChar char="•"/>
                <a:tabLst>
                  <a:tab pos="5648325" algn="l"/>
                </a:tabLst>
              </a:pPr>
              <a:r>
                <a:rPr lang="ko-KR" altLang="en-US" sz="9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캐시 시스템 운영</a:t>
              </a:r>
              <a:r>
                <a:rPr lang="en-US" altLang="ko-KR" sz="9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: </a:t>
              </a:r>
              <a:r>
                <a:rPr lang="ko-KR" altLang="en-US" sz="9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반복 질의에 대한 응답 속도 최적화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EA77A7E-4942-6AF7-2124-2086529DC6B3}"/>
              </a:ext>
            </a:extLst>
          </p:cNvPr>
          <p:cNvGrpSpPr/>
          <p:nvPr/>
        </p:nvGrpSpPr>
        <p:grpSpPr>
          <a:xfrm>
            <a:off x="453231" y="7262242"/>
            <a:ext cx="7099288" cy="624935"/>
            <a:chOff x="357249" y="1406962"/>
            <a:chExt cx="7059549" cy="624935"/>
          </a:xfrm>
        </p:grpSpPr>
        <p:pic>
          <p:nvPicPr>
            <p:cNvPr id="34" name="Picture 72" descr="악세사리">
              <a:extLst>
                <a:ext uri="{FF2B5EF4-FFF2-40B4-BE49-F238E27FC236}">
                  <a16:creationId xmlns:a16="http://schemas.microsoft.com/office/drawing/2014/main" id="{319F6119-2AED-B6BC-EA3F-DD574B4856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V="1">
              <a:off x="941947" y="1820042"/>
              <a:ext cx="4950066" cy="211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3DC6432A-83A8-81EC-1EE3-80E4F4A2D9DA}"/>
                </a:ext>
              </a:extLst>
            </p:cNvPr>
            <p:cNvGrpSpPr/>
            <p:nvPr/>
          </p:nvGrpSpPr>
          <p:grpSpPr>
            <a:xfrm>
              <a:off x="408022" y="1461391"/>
              <a:ext cx="7008776" cy="365439"/>
              <a:chOff x="740964" y="2121706"/>
              <a:chExt cx="7518971" cy="332217"/>
            </a:xfrm>
          </p:grpSpPr>
          <p:sp>
            <p:nvSpPr>
              <p:cNvPr id="40" name="모서리가 둥근 직사각형 169">
                <a:extLst>
                  <a:ext uri="{FF2B5EF4-FFF2-40B4-BE49-F238E27FC236}">
                    <a16:creationId xmlns:a16="http://schemas.microsoft.com/office/drawing/2014/main" id="{B4F715A0-2D93-1A31-03AA-8CC52F2272AA}"/>
                  </a:ext>
                </a:extLst>
              </p:cNvPr>
              <p:cNvSpPr/>
              <p:nvPr/>
            </p:nvSpPr>
            <p:spPr>
              <a:xfrm>
                <a:off x="740964" y="2159488"/>
                <a:ext cx="7518971" cy="29443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8100" dist="12700" dir="5400000" algn="t" rotWithShape="0">
                  <a:prstClr val="black">
                    <a:alpha val="3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233135" bIns="0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6350"/>
                </a:sp3d>
              </a:bodyPr>
              <a:lstStyle/>
              <a:p>
                <a:pPr algn="ctr"/>
                <a:endParaRPr lang="ko-KR" altLang="en-US" sz="1943" spc="-3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1" name="모서리가 둥근 직사각형 170">
                <a:extLst>
                  <a:ext uri="{FF2B5EF4-FFF2-40B4-BE49-F238E27FC236}">
                    <a16:creationId xmlns:a16="http://schemas.microsoft.com/office/drawing/2014/main" id="{D62FDC05-6165-64DD-949C-F7A538958248}"/>
                  </a:ext>
                </a:extLst>
              </p:cNvPr>
              <p:cNvSpPr/>
              <p:nvPr/>
            </p:nvSpPr>
            <p:spPr>
              <a:xfrm>
                <a:off x="740964" y="2121706"/>
                <a:ext cx="7518971" cy="300354"/>
              </a:xfrm>
              <a:prstGeom prst="roundRect">
                <a:avLst/>
              </a:prstGeom>
              <a:solidFill>
                <a:srgbClr val="1047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95507"/>
                <a:r>
                  <a:rPr lang="en-US" altLang="ko-KR" sz="1400" spc="-10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  <a:cs typeface="ollehche_v2" panose="02020603020101020101" pitchFamily="18" charset="-127"/>
                  </a:rPr>
                  <a:t>AI </a:t>
                </a:r>
                <a:r>
                  <a:rPr lang="ko-KR" altLang="en-US" sz="1400" spc="-10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  <a:cs typeface="ollehche_v2" panose="02020603020101020101" pitchFamily="18" charset="-127"/>
                  </a:rPr>
                  <a:t>기반 지능형 처리 엔진</a:t>
                </a: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D958233-C5BA-5B1A-935D-64010C64A5F4}"/>
                </a:ext>
              </a:extLst>
            </p:cNvPr>
            <p:cNvGrpSpPr/>
            <p:nvPr/>
          </p:nvGrpSpPr>
          <p:grpSpPr>
            <a:xfrm>
              <a:off x="357249" y="1406962"/>
              <a:ext cx="733868" cy="285956"/>
              <a:chOff x="677023" y="3112618"/>
              <a:chExt cx="927002" cy="285775"/>
            </a:xfrm>
          </p:grpSpPr>
          <p:sp>
            <p:nvSpPr>
              <p:cNvPr id="37" name="대각선 방향의 모서리가 둥근 사각형 166">
                <a:extLst>
                  <a:ext uri="{FF2B5EF4-FFF2-40B4-BE49-F238E27FC236}">
                    <a16:creationId xmlns:a16="http://schemas.microsoft.com/office/drawing/2014/main" id="{8D729D75-9FD9-56D7-29B6-04D0EF2F9952}"/>
                  </a:ext>
                </a:extLst>
              </p:cNvPr>
              <p:cNvSpPr/>
              <p:nvPr/>
            </p:nvSpPr>
            <p:spPr>
              <a:xfrm>
                <a:off x="677023" y="3112618"/>
                <a:ext cx="927002" cy="285775"/>
              </a:xfrm>
              <a:prstGeom prst="round2DiagRect">
                <a:avLst>
                  <a:gd name="adj1" fmla="val 32145"/>
                  <a:gd name="adj2" fmla="val 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chemeClr val="bg1"/>
                  </a:gs>
                </a:gsLst>
                <a:lin ang="5400000" scaled="0"/>
                <a:tileRect/>
              </a:gradFill>
              <a:ln w="15875">
                <a:gradFill flip="none" rotWithShape="1">
                  <a:gsLst>
                    <a:gs pos="100000">
                      <a:srgbClr val="0B3D72"/>
                    </a:gs>
                    <a:gs pos="0">
                      <a:srgbClr val="0B3D72">
                        <a:alpha val="0"/>
                      </a:srgbClr>
                    </a:gs>
                  </a:gsLst>
                  <a:lin ang="7200000" scaled="0"/>
                  <a:tileRect/>
                </a:gradFill>
                <a:round/>
                <a:headEnd/>
                <a:tailEnd/>
              </a:ln>
              <a:effectLst>
                <a:outerShdw blurRad="50800" dist="25400" dir="54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38" name="대각선 방향의 모서리가 둥근 사각형 167">
                <a:extLst>
                  <a:ext uri="{FF2B5EF4-FFF2-40B4-BE49-F238E27FC236}">
                    <a16:creationId xmlns:a16="http://schemas.microsoft.com/office/drawing/2014/main" id="{2B975F63-7996-2D43-BD44-D6B796A105CD}"/>
                  </a:ext>
                </a:extLst>
              </p:cNvPr>
              <p:cNvSpPr/>
              <p:nvPr/>
            </p:nvSpPr>
            <p:spPr>
              <a:xfrm>
                <a:off x="702533" y="3139245"/>
                <a:ext cx="875985" cy="232523"/>
              </a:xfrm>
              <a:prstGeom prst="round2DiagRect">
                <a:avLst>
                  <a:gd name="adj1" fmla="val 32726"/>
                  <a:gd name="adj2" fmla="val 0"/>
                </a:avLst>
              </a:prstGeom>
              <a:gradFill>
                <a:gsLst>
                  <a:gs pos="100000">
                    <a:srgbClr val="C4C4C4"/>
                  </a:gs>
                  <a:gs pos="91000">
                    <a:srgbClr val="D1D1D1"/>
                  </a:gs>
                  <a:gs pos="0">
                    <a:schemeClr val="bg1"/>
                  </a:gs>
                </a:gsLst>
                <a:lin ang="8100000" scaled="1"/>
              </a:gra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E3E3083-7CEE-1EC1-27B6-D7CFAC81A345}"/>
                  </a:ext>
                </a:extLst>
              </p:cNvPr>
              <p:cNvSpPr txBox="1"/>
              <p:nvPr/>
            </p:nvSpPr>
            <p:spPr bwMode="gray">
              <a:xfrm>
                <a:off x="698899" y="3141043"/>
                <a:ext cx="859188" cy="2030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2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rgbClr val="0B3D72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K</a:t>
                </a:r>
                <a:r>
                  <a:rPr lang="en-US" altLang="ko-KR" sz="10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EY POINT</a:t>
                </a:r>
                <a:endParaRPr lang="ko-KR" altLang="en-US" sz="1000" i="1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</p:grpSp>
      <p:sp>
        <p:nvSpPr>
          <p:cNvPr id="42" name="모서리가 둥근 직사각형 64">
            <a:extLst>
              <a:ext uri="{FF2B5EF4-FFF2-40B4-BE49-F238E27FC236}">
                <a16:creationId xmlns:a16="http://schemas.microsoft.com/office/drawing/2014/main" id="{17CDF80E-70C6-C601-0429-8F6EA8B2CDEB}"/>
              </a:ext>
            </a:extLst>
          </p:cNvPr>
          <p:cNvSpPr/>
          <p:nvPr/>
        </p:nvSpPr>
        <p:spPr>
          <a:xfrm>
            <a:off x="542252" y="8035376"/>
            <a:ext cx="1483573" cy="348776"/>
          </a:xfrm>
          <a:prstGeom prst="roundRect">
            <a:avLst>
              <a:gd name="adj" fmla="val 10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모서리가 둥근 직사각형 46">
            <a:extLst>
              <a:ext uri="{FF2B5EF4-FFF2-40B4-BE49-F238E27FC236}">
                <a16:creationId xmlns:a16="http://schemas.microsoft.com/office/drawing/2014/main" id="{6AEA0884-CF84-12E5-3B7A-A24F001EDB05}"/>
              </a:ext>
            </a:extLst>
          </p:cNvPr>
          <p:cNvSpPr/>
          <p:nvPr/>
        </p:nvSpPr>
        <p:spPr>
          <a:xfrm>
            <a:off x="557553" y="7773475"/>
            <a:ext cx="6993727" cy="643543"/>
          </a:xfrm>
          <a:prstGeom prst="roundRect">
            <a:avLst>
              <a:gd name="adj" fmla="val 5796"/>
            </a:avLst>
          </a:prstGeom>
          <a:solidFill>
            <a:schemeClr val="bg1"/>
          </a:solidFill>
          <a:ln w="9525">
            <a:solidFill>
              <a:srgbClr val="039FE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928673">
              <a:lnSpc>
                <a:spcPct val="110000"/>
              </a:lnSpc>
              <a:buSzPct val="80000"/>
              <a:defRPr/>
            </a:pP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음성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텍스트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자연어 처리 등 다양한 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엔진들을 통합적으로 운영하여 사용자에게 정확하고 자연스러운 응답을 제공하는 핵심 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처리 시스템입니다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각 전문 엔진들이 유기적으로 연계되어 지능형 </a:t>
            </a:r>
            <a:r>
              <a:rPr lang="ko-KR" altLang="en-US" sz="1200" b="1" spc="-58" dirty="0" err="1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컨택센터의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고도화된 상담 서비스를 실현합니다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1200" b="1" spc="-58" dirty="0">
              <a:ln w="3175"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4" name="자유형 50">
            <a:extLst>
              <a:ext uri="{FF2B5EF4-FFF2-40B4-BE49-F238E27FC236}">
                <a16:creationId xmlns:a16="http://schemas.microsoft.com/office/drawing/2014/main" id="{BA10A41C-7010-5588-B277-84A9637E48DC}"/>
              </a:ext>
            </a:extLst>
          </p:cNvPr>
          <p:cNvSpPr/>
          <p:nvPr/>
        </p:nvSpPr>
        <p:spPr>
          <a:xfrm>
            <a:off x="497345" y="7714046"/>
            <a:ext cx="391180" cy="374500"/>
          </a:xfrm>
          <a:custGeom>
            <a:avLst/>
            <a:gdLst>
              <a:gd name="connsiteX0" fmla="*/ 33240 w 167693"/>
              <a:gd name="connsiteY0" fmla="*/ 0 h 167693"/>
              <a:gd name="connsiteX1" fmla="*/ 167693 w 167693"/>
              <a:gd name="connsiteY1" fmla="*/ 0 h 167693"/>
              <a:gd name="connsiteX2" fmla="*/ 0 w 167693"/>
              <a:gd name="connsiteY2" fmla="*/ 167693 h 167693"/>
              <a:gd name="connsiteX3" fmla="*/ 0 w 167693"/>
              <a:gd name="connsiteY3" fmla="*/ 33240 h 167693"/>
              <a:gd name="connsiteX4" fmla="*/ 33240 w 167693"/>
              <a:gd name="connsiteY4" fmla="*/ 0 h 16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693" h="167693">
                <a:moveTo>
                  <a:pt x="33240" y="0"/>
                </a:moveTo>
                <a:lnTo>
                  <a:pt x="167693" y="0"/>
                </a:lnTo>
                <a:lnTo>
                  <a:pt x="0" y="167693"/>
                </a:lnTo>
                <a:lnTo>
                  <a:pt x="0" y="33240"/>
                </a:lnTo>
                <a:cubicBezTo>
                  <a:pt x="0" y="14882"/>
                  <a:pt x="14882" y="0"/>
                  <a:pt x="33240" y="0"/>
                </a:cubicBezTo>
                <a:close/>
              </a:path>
            </a:pathLst>
          </a:custGeom>
          <a:solidFill>
            <a:srgbClr val="03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n>
                <a:solidFill>
                  <a:srgbClr val="D9D9D9">
                    <a:alpha val="0"/>
                  </a:srgbClr>
                </a:solidFill>
              </a:ln>
            </a:endParaRPr>
          </a:p>
        </p:txBody>
      </p:sp>
      <p:sp>
        <p:nvSpPr>
          <p:cNvPr id="45" name="모서리가 둥근 직사각형 68">
            <a:extLst>
              <a:ext uri="{FF2B5EF4-FFF2-40B4-BE49-F238E27FC236}">
                <a16:creationId xmlns:a16="http://schemas.microsoft.com/office/drawing/2014/main" id="{6182ADDD-0574-4C22-C52D-7495E4B01C77}"/>
              </a:ext>
            </a:extLst>
          </p:cNvPr>
          <p:cNvSpPr/>
          <p:nvPr/>
        </p:nvSpPr>
        <p:spPr>
          <a:xfrm>
            <a:off x="567927" y="8514218"/>
            <a:ext cx="3456385" cy="809467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6" name="모서리가 둥근 직사각형 69">
            <a:extLst>
              <a:ext uri="{FF2B5EF4-FFF2-40B4-BE49-F238E27FC236}">
                <a16:creationId xmlns:a16="http://schemas.microsoft.com/office/drawing/2014/main" id="{D7509B2C-F4D1-4E09-D108-A950D24A56AD}"/>
              </a:ext>
            </a:extLst>
          </p:cNvPr>
          <p:cNvSpPr/>
          <p:nvPr/>
        </p:nvSpPr>
        <p:spPr>
          <a:xfrm>
            <a:off x="591717" y="8559011"/>
            <a:ext cx="3432596" cy="270290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en-US" altLang="ko-KR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Speech Processing Engine</a:t>
            </a:r>
            <a:endParaRPr lang="ko-KR" altLang="en-US" sz="1000" b="1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7" name="모서리가 둥근 직사각형 70">
            <a:extLst>
              <a:ext uri="{FF2B5EF4-FFF2-40B4-BE49-F238E27FC236}">
                <a16:creationId xmlns:a16="http://schemas.microsoft.com/office/drawing/2014/main" id="{F9FA2B6F-DEDC-B290-B41C-FD5637570053}"/>
              </a:ext>
            </a:extLst>
          </p:cNvPr>
          <p:cNvSpPr/>
          <p:nvPr/>
        </p:nvSpPr>
        <p:spPr>
          <a:xfrm>
            <a:off x="632259" y="8837458"/>
            <a:ext cx="3968117" cy="436183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고품질 한국어 음성 처리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95%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이상의 정확도로 실시간 음성 인식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자연스러운 대화 흐름 지원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0.1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초 이내 실시간 응답으로 끊김 없는 대화 실현</a:t>
            </a:r>
          </a:p>
        </p:txBody>
      </p:sp>
      <p:sp>
        <p:nvSpPr>
          <p:cNvPr id="48" name="모서리가 둥근 직사각형 68">
            <a:extLst>
              <a:ext uri="{FF2B5EF4-FFF2-40B4-BE49-F238E27FC236}">
                <a16:creationId xmlns:a16="http://schemas.microsoft.com/office/drawing/2014/main" id="{EDF46807-2342-7A5A-6031-9C1AABA068C8}"/>
              </a:ext>
            </a:extLst>
          </p:cNvPr>
          <p:cNvSpPr/>
          <p:nvPr/>
        </p:nvSpPr>
        <p:spPr>
          <a:xfrm>
            <a:off x="4094082" y="8529271"/>
            <a:ext cx="3466544" cy="775402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9" name="모서리가 둥근 직사각형 69">
            <a:extLst>
              <a:ext uri="{FF2B5EF4-FFF2-40B4-BE49-F238E27FC236}">
                <a16:creationId xmlns:a16="http://schemas.microsoft.com/office/drawing/2014/main" id="{CC812C76-C48B-EA5D-4AB0-EF1F0142C316}"/>
              </a:ext>
            </a:extLst>
          </p:cNvPr>
          <p:cNvSpPr/>
          <p:nvPr/>
        </p:nvSpPr>
        <p:spPr>
          <a:xfrm>
            <a:off x="4117870" y="8574064"/>
            <a:ext cx="3442755" cy="208777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en-US" altLang="ko-KR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 Processing Engine</a:t>
            </a:r>
          </a:p>
        </p:txBody>
      </p:sp>
      <p:sp>
        <p:nvSpPr>
          <p:cNvPr id="50" name="모서리가 둥근 직사각형 68">
            <a:extLst>
              <a:ext uri="{FF2B5EF4-FFF2-40B4-BE49-F238E27FC236}">
                <a16:creationId xmlns:a16="http://schemas.microsoft.com/office/drawing/2014/main" id="{81D6B67C-ABA7-56E0-E105-1BA4CEDF19AA}"/>
              </a:ext>
            </a:extLst>
          </p:cNvPr>
          <p:cNvSpPr/>
          <p:nvPr/>
        </p:nvSpPr>
        <p:spPr>
          <a:xfrm>
            <a:off x="560983" y="9377069"/>
            <a:ext cx="3463330" cy="841448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1" name="모서리가 둥근 직사각형 69">
            <a:extLst>
              <a:ext uri="{FF2B5EF4-FFF2-40B4-BE49-F238E27FC236}">
                <a16:creationId xmlns:a16="http://schemas.microsoft.com/office/drawing/2014/main" id="{2317F2D4-62D3-37B5-37F5-88202CC1CF1D}"/>
              </a:ext>
            </a:extLst>
          </p:cNvPr>
          <p:cNvSpPr/>
          <p:nvPr/>
        </p:nvSpPr>
        <p:spPr>
          <a:xfrm>
            <a:off x="584772" y="9421861"/>
            <a:ext cx="3438086" cy="232615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en-US" altLang="ko-KR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Quality Control Engine</a:t>
            </a:r>
          </a:p>
        </p:txBody>
      </p:sp>
      <p:sp>
        <p:nvSpPr>
          <p:cNvPr id="55" name="모서리가 둥근 직사각형 70">
            <a:extLst>
              <a:ext uri="{FF2B5EF4-FFF2-40B4-BE49-F238E27FC236}">
                <a16:creationId xmlns:a16="http://schemas.microsoft.com/office/drawing/2014/main" id="{FA432235-3C5A-E37C-2187-FF397C2EC655}"/>
              </a:ext>
            </a:extLst>
          </p:cNvPr>
          <p:cNvSpPr/>
          <p:nvPr/>
        </p:nvSpPr>
        <p:spPr>
          <a:xfrm>
            <a:off x="625314" y="9700310"/>
            <a:ext cx="3968117" cy="440302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응답 정확도 검증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AI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기반 자동 품질 평가 시스템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자동 피드백 및 개선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24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품질 모니터링 및 실시간 개선 반영</a:t>
            </a:r>
          </a:p>
        </p:txBody>
      </p:sp>
      <p:sp>
        <p:nvSpPr>
          <p:cNvPr id="56" name="모서리가 둥근 직사각형 70">
            <a:extLst>
              <a:ext uri="{FF2B5EF4-FFF2-40B4-BE49-F238E27FC236}">
                <a16:creationId xmlns:a16="http://schemas.microsoft.com/office/drawing/2014/main" id="{22164C48-7D63-2A67-A4C5-E9BA6252C894}"/>
              </a:ext>
            </a:extLst>
          </p:cNvPr>
          <p:cNvSpPr/>
          <p:nvPr/>
        </p:nvSpPr>
        <p:spPr>
          <a:xfrm>
            <a:off x="4208778" y="8831074"/>
            <a:ext cx="3968117" cy="444005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 특화 언어 모델 활용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디지털교과서 전문 지식 기반 정확한 답변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맥락 기반 정확한 응답 제공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사용자 질문 의도 파악 및 맞춤형 답변 생성</a:t>
            </a:r>
          </a:p>
        </p:txBody>
      </p:sp>
    </p:spTree>
    <p:extLst>
      <p:ext uri="{BB962C8B-B14F-4D97-AF65-F5344CB8AC3E}">
        <p14:creationId xmlns:p14="http://schemas.microsoft.com/office/powerpoint/2010/main" val="1562708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CCEB9-2AC5-1AD9-CD39-4A820375B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DB7E89E6-34D7-8F00-CFD9-5B28191BC8B7}"/>
              </a:ext>
            </a:extLst>
          </p:cNvPr>
          <p:cNvGrpSpPr/>
          <p:nvPr/>
        </p:nvGrpSpPr>
        <p:grpSpPr>
          <a:xfrm>
            <a:off x="317500" y="1125339"/>
            <a:ext cx="7099288" cy="624935"/>
            <a:chOff x="357249" y="1406962"/>
            <a:chExt cx="7059549" cy="624935"/>
          </a:xfrm>
        </p:grpSpPr>
        <p:pic>
          <p:nvPicPr>
            <p:cNvPr id="162" name="Picture 72" descr="악세사리">
              <a:extLst>
                <a:ext uri="{FF2B5EF4-FFF2-40B4-BE49-F238E27FC236}">
                  <a16:creationId xmlns:a16="http://schemas.microsoft.com/office/drawing/2014/main" id="{B476DE58-F16C-7A20-0B5C-93A864E40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V="1">
              <a:off x="941947" y="1820042"/>
              <a:ext cx="4950066" cy="211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E171F1E7-EEF5-ACCA-E757-BE181080260F}"/>
                </a:ext>
              </a:extLst>
            </p:cNvPr>
            <p:cNvGrpSpPr/>
            <p:nvPr/>
          </p:nvGrpSpPr>
          <p:grpSpPr>
            <a:xfrm>
              <a:off x="408022" y="1461391"/>
              <a:ext cx="7008776" cy="365439"/>
              <a:chOff x="740964" y="2121706"/>
              <a:chExt cx="7518971" cy="332217"/>
            </a:xfrm>
          </p:grpSpPr>
          <p:sp>
            <p:nvSpPr>
              <p:cNvPr id="170" name="모서리가 둥근 직사각형 169">
                <a:extLst>
                  <a:ext uri="{FF2B5EF4-FFF2-40B4-BE49-F238E27FC236}">
                    <a16:creationId xmlns:a16="http://schemas.microsoft.com/office/drawing/2014/main" id="{79725F14-77E7-7A3B-41D0-04ED4B32E499}"/>
                  </a:ext>
                </a:extLst>
              </p:cNvPr>
              <p:cNvSpPr/>
              <p:nvPr/>
            </p:nvSpPr>
            <p:spPr>
              <a:xfrm>
                <a:off x="740964" y="2159488"/>
                <a:ext cx="7518971" cy="29443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8100" dist="12700" dir="5400000" algn="t" rotWithShape="0">
                  <a:prstClr val="black">
                    <a:alpha val="3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233135" bIns="0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6350"/>
                </a:sp3d>
              </a:bodyPr>
              <a:lstStyle/>
              <a:p>
                <a:pPr algn="ctr"/>
                <a:endParaRPr lang="ko-KR" altLang="en-US" sz="1943" spc="-3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71" name="모서리가 둥근 직사각형 170">
                <a:extLst>
                  <a:ext uri="{FF2B5EF4-FFF2-40B4-BE49-F238E27FC236}">
                    <a16:creationId xmlns:a16="http://schemas.microsoft.com/office/drawing/2014/main" id="{6F8E7436-0257-0B88-0DDF-D8B02CB49481}"/>
                  </a:ext>
                </a:extLst>
              </p:cNvPr>
              <p:cNvSpPr/>
              <p:nvPr/>
            </p:nvSpPr>
            <p:spPr>
              <a:xfrm>
                <a:off x="740964" y="2121706"/>
                <a:ext cx="7518971" cy="300354"/>
              </a:xfrm>
              <a:prstGeom prst="roundRect">
                <a:avLst/>
              </a:prstGeom>
              <a:solidFill>
                <a:srgbClr val="1047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95507"/>
                <a:r>
                  <a:rPr lang="ko-KR" altLang="en-US" sz="1400" spc="-10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  <a:cs typeface="ollehche_v2" panose="02020603020101020101" pitchFamily="18" charset="-127"/>
                  </a:rPr>
                  <a:t>기대효과</a:t>
                </a:r>
              </a:p>
            </p:txBody>
          </p:sp>
        </p:grpSp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8EDB7224-4AE5-521D-9A3A-B6FA23D15395}"/>
                </a:ext>
              </a:extLst>
            </p:cNvPr>
            <p:cNvGrpSpPr/>
            <p:nvPr/>
          </p:nvGrpSpPr>
          <p:grpSpPr>
            <a:xfrm>
              <a:off x="357249" y="1406962"/>
              <a:ext cx="733868" cy="285956"/>
              <a:chOff x="677023" y="3112618"/>
              <a:chExt cx="927002" cy="285775"/>
            </a:xfrm>
          </p:grpSpPr>
          <p:sp>
            <p:nvSpPr>
              <p:cNvPr id="167" name="대각선 방향의 모서리가 둥근 사각형 166">
                <a:extLst>
                  <a:ext uri="{FF2B5EF4-FFF2-40B4-BE49-F238E27FC236}">
                    <a16:creationId xmlns:a16="http://schemas.microsoft.com/office/drawing/2014/main" id="{B5309B23-703D-BB27-51E9-808771CD909E}"/>
                  </a:ext>
                </a:extLst>
              </p:cNvPr>
              <p:cNvSpPr/>
              <p:nvPr/>
            </p:nvSpPr>
            <p:spPr>
              <a:xfrm>
                <a:off x="677023" y="3112618"/>
                <a:ext cx="927002" cy="285775"/>
              </a:xfrm>
              <a:prstGeom prst="round2DiagRect">
                <a:avLst>
                  <a:gd name="adj1" fmla="val 32145"/>
                  <a:gd name="adj2" fmla="val 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chemeClr val="bg1"/>
                  </a:gs>
                </a:gsLst>
                <a:lin ang="5400000" scaled="0"/>
                <a:tileRect/>
              </a:gradFill>
              <a:ln w="15875">
                <a:gradFill flip="none" rotWithShape="1">
                  <a:gsLst>
                    <a:gs pos="100000">
                      <a:srgbClr val="0B3D72"/>
                    </a:gs>
                    <a:gs pos="0">
                      <a:srgbClr val="0B3D72">
                        <a:alpha val="0"/>
                      </a:srgbClr>
                    </a:gs>
                  </a:gsLst>
                  <a:lin ang="7200000" scaled="0"/>
                  <a:tileRect/>
                </a:gradFill>
                <a:round/>
                <a:headEnd/>
                <a:tailEnd/>
              </a:ln>
              <a:effectLst>
                <a:outerShdw blurRad="50800" dist="25400" dir="54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68" name="대각선 방향의 모서리가 둥근 사각형 167">
                <a:extLst>
                  <a:ext uri="{FF2B5EF4-FFF2-40B4-BE49-F238E27FC236}">
                    <a16:creationId xmlns:a16="http://schemas.microsoft.com/office/drawing/2014/main" id="{C0E01CD9-EF17-BFE5-F7A2-D7B6BA157296}"/>
                  </a:ext>
                </a:extLst>
              </p:cNvPr>
              <p:cNvSpPr/>
              <p:nvPr/>
            </p:nvSpPr>
            <p:spPr>
              <a:xfrm>
                <a:off x="702533" y="3139245"/>
                <a:ext cx="875985" cy="232523"/>
              </a:xfrm>
              <a:prstGeom prst="round2DiagRect">
                <a:avLst>
                  <a:gd name="adj1" fmla="val 32726"/>
                  <a:gd name="adj2" fmla="val 0"/>
                </a:avLst>
              </a:prstGeom>
              <a:gradFill>
                <a:gsLst>
                  <a:gs pos="100000">
                    <a:srgbClr val="C4C4C4"/>
                  </a:gs>
                  <a:gs pos="91000">
                    <a:srgbClr val="D1D1D1"/>
                  </a:gs>
                  <a:gs pos="0">
                    <a:schemeClr val="bg1"/>
                  </a:gs>
                </a:gsLst>
                <a:lin ang="8100000" scaled="1"/>
              </a:gra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63E6D044-BD79-42F0-B5FD-DB3ADF0324B4}"/>
                  </a:ext>
                </a:extLst>
              </p:cNvPr>
              <p:cNvSpPr txBox="1"/>
              <p:nvPr/>
            </p:nvSpPr>
            <p:spPr bwMode="gray">
              <a:xfrm>
                <a:off x="698899" y="3141043"/>
                <a:ext cx="859188" cy="2030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2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rgbClr val="0B3D72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K</a:t>
                </a:r>
                <a:r>
                  <a:rPr lang="en-US" altLang="ko-KR" sz="10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EY POINT</a:t>
                </a:r>
                <a:endParaRPr lang="ko-KR" altLang="en-US" sz="1000" i="1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F1B28E6-F3D9-672B-6951-E89D890ADBE0}"/>
              </a:ext>
            </a:extLst>
          </p:cNvPr>
          <p:cNvGrpSpPr/>
          <p:nvPr/>
        </p:nvGrpSpPr>
        <p:grpSpPr>
          <a:xfrm>
            <a:off x="471245" y="388012"/>
            <a:ext cx="5721592" cy="677108"/>
            <a:chOff x="517344" y="264655"/>
            <a:chExt cx="5721592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0CB9EB-8593-31AC-A0AF-D3B665A515A5}"/>
                </a:ext>
              </a:extLst>
            </p:cNvPr>
            <p:cNvSpPr txBox="1"/>
            <p:nvPr/>
          </p:nvSpPr>
          <p:spPr>
            <a:xfrm>
              <a:off x="517344" y="264655"/>
              <a:ext cx="73606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defTabSz="932534">
                <a:spcBef>
                  <a:spcPts val="1019"/>
                </a:spcBef>
              </a:pPr>
              <a:r>
                <a:rPr lang="en-US" altLang="ko-KR" sz="4400" spc="-4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0</a:t>
              </a:r>
              <a:r>
                <a:rPr lang="en-US" altLang="ko-KR" sz="4400" spc="-4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047C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en-US" altLang="ko-KR" sz="5000" spc="-40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1047C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6" name="대각선 방향의 모서리가 잘린 사각형 25">
              <a:extLst>
                <a:ext uri="{FF2B5EF4-FFF2-40B4-BE49-F238E27FC236}">
                  <a16:creationId xmlns:a16="http://schemas.microsoft.com/office/drawing/2014/main" id="{4DCED677-FA7F-9752-BF92-191F0E2CD012}"/>
                </a:ext>
              </a:extLst>
            </p:cNvPr>
            <p:cNvSpPr/>
            <p:nvPr/>
          </p:nvSpPr>
          <p:spPr>
            <a:xfrm>
              <a:off x="1238188" y="540030"/>
              <a:ext cx="5000748" cy="330389"/>
            </a:xfrm>
            <a:prstGeom prst="snip2DiagRect">
              <a:avLst>
                <a:gd name="adj1" fmla="val 0"/>
                <a:gd name="adj2" fmla="val 34317"/>
              </a:avLst>
            </a:prstGeom>
            <a:solidFill>
              <a:srgbClr val="1047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rtlCol="0" anchor="ctr"/>
            <a:lstStyle/>
            <a:p>
              <a:pPr defTabSz="995507"/>
              <a:r>
                <a:rPr lang="ko-KR" altLang="en-US" sz="1600" b="1" spc="-6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기대효과 및 추진 방안</a:t>
              </a:r>
            </a:p>
          </p:txBody>
        </p:sp>
      </p:grpSp>
      <p:sp>
        <p:nvSpPr>
          <p:cNvPr id="52" name="모서리가 둥근 직사각형 68">
            <a:extLst>
              <a:ext uri="{FF2B5EF4-FFF2-40B4-BE49-F238E27FC236}">
                <a16:creationId xmlns:a16="http://schemas.microsoft.com/office/drawing/2014/main" id="{3A27F992-08F7-F51A-854C-FA0B0A7AA547}"/>
              </a:ext>
            </a:extLst>
          </p:cNvPr>
          <p:cNvSpPr/>
          <p:nvPr/>
        </p:nvSpPr>
        <p:spPr>
          <a:xfrm>
            <a:off x="470052" y="2359341"/>
            <a:ext cx="3418529" cy="1056596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3" name="모서리가 둥근 직사각형 69">
            <a:extLst>
              <a:ext uri="{FF2B5EF4-FFF2-40B4-BE49-F238E27FC236}">
                <a16:creationId xmlns:a16="http://schemas.microsoft.com/office/drawing/2014/main" id="{5FECA2A5-AD46-5DB8-B522-5FB7B35891D2}"/>
              </a:ext>
            </a:extLst>
          </p:cNvPr>
          <p:cNvSpPr/>
          <p:nvPr/>
        </p:nvSpPr>
        <p:spPr>
          <a:xfrm>
            <a:off x="455985" y="2404133"/>
            <a:ext cx="3360587" cy="243399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ko-KR" altLang="en-US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사용자 경험 혁신</a:t>
            </a:r>
          </a:p>
        </p:txBody>
      </p:sp>
      <p:sp>
        <p:nvSpPr>
          <p:cNvPr id="54" name="모서리가 둥근 직사각형 70">
            <a:extLst>
              <a:ext uri="{FF2B5EF4-FFF2-40B4-BE49-F238E27FC236}">
                <a16:creationId xmlns:a16="http://schemas.microsoft.com/office/drawing/2014/main" id="{BD609902-BF62-EBBB-E3A0-B96BE6B937A9}"/>
              </a:ext>
            </a:extLst>
          </p:cNvPr>
          <p:cNvSpPr/>
          <p:nvPr/>
        </p:nvSpPr>
        <p:spPr>
          <a:xfrm>
            <a:off x="496528" y="2682581"/>
            <a:ext cx="3968117" cy="643543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24/7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실시간 응답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365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 중단 없는 즉각적 문의 처리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일관된 고품질 상담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AI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기반 표준화된 전문 상담 제공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멀티채널 원활한 소통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음성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채팅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이메일 통합 경험</a:t>
            </a:r>
          </a:p>
        </p:txBody>
      </p:sp>
      <p:sp>
        <p:nvSpPr>
          <p:cNvPr id="2" name="모서리가 둥근 직사각형 68">
            <a:extLst>
              <a:ext uri="{FF2B5EF4-FFF2-40B4-BE49-F238E27FC236}">
                <a16:creationId xmlns:a16="http://schemas.microsoft.com/office/drawing/2014/main" id="{272D9EE7-5381-D1B3-05F5-6059B12F630E}"/>
              </a:ext>
            </a:extLst>
          </p:cNvPr>
          <p:cNvSpPr/>
          <p:nvPr/>
        </p:nvSpPr>
        <p:spPr>
          <a:xfrm>
            <a:off x="4032597" y="2349229"/>
            <a:ext cx="3374082" cy="1054663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" name="모서리가 둥근 직사각형 69">
            <a:extLst>
              <a:ext uri="{FF2B5EF4-FFF2-40B4-BE49-F238E27FC236}">
                <a16:creationId xmlns:a16="http://schemas.microsoft.com/office/drawing/2014/main" id="{7592DF8A-3475-E0BD-3ADF-5565CF055D8F}"/>
              </a:ext>
            </a:extLst>
          </p:cNvPr>
          <p:cNvSpPr/>
          <p:nvPr/>
        </p:nvSpPr>
        <p:spPr>
          <a:xfrm>
            <a:off x="4104607" y="2380111"/>
            <a:ext cx="3297540" cy="264097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ko-KR" altLang="en-US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운영 효율성 극대화</a:t>
            </a:r>
          </a:p>
        </p:txBody>
      </p:sp>
      <p:sp>
        <p:nvSpPr>
          <p:cNvPr id="6" name="모서리가 둥근 직사각형 70">
            <a:extLst>
              <a:ext uri="{FF2B5EF4-FFF2-40B4-BE49-F238E27FC236}">
                <a16:creationId xmlns:a16="http://schemas.microsoft.com/office/drawing/2014/main" id="{B9ADD9C7-0569-AF9E-DD0D-8077C8F3ECF4}"/>
              </a:ext>
            </a:extLst>
          </p:cNvPr>
          <p:cNvSpPr/>
          <p:nvPr/>
        </p:nvSpPr>
        <p:spPr>
          <a:xfrm>
            <a:off x="4104606" y="2672469"/>
            <a:ext cx="3296658" cy="643543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자동화를 통한 비용 절감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운영 비용 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40%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이상 절감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상담원 업무 최적화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AI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지원으로 상담 처리 시간 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60%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단축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 기반 의사결정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실시간 분석으로 신속한 운영 개선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95C135A-041A-184C-6CDE-8BCF63CECA96}"/>
              </a:ext>
            </a:extLst>
          </p:cNvPr>
          <p:cNvGrpSpPr/>
          <p:nvPr/>
        </p:nvGrpSpPr>
        <p:grpSpPr>
          <a:xfrm>
            <a:off x="377761" y="4653485"/>
            <a:ext cx="7099288" cy="624935"/>
            <a:chOff x="357249" y="1406962"/>
            <a:chExt cx="7059549" cy="624935"/>
          </a:xfrm>
        </p:grpSpPr>
        <p:pic>
          <p:nvPicPr>
            <p:cNvPr id="8" name="Picture 72" descr="악세사리">
              <a:extLst>
                <a:ext uri="{FF2B5EF4-FFF2-40B4-BE49-F238E27FC236}">
                  <a16:creationId xmlns:a16="http://schemas.microsoft.com/office/drawing/2014/main" id="{747D3EEC-6FF3-884E-9E6F-14A644F77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V="1">
              <a:off x="941947" y="1820042"/>
              <a:ext cx="4950066" cy="211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9BED59C-4872-DFFB-DC0F-742CB04A441B}"/>
                </a:ext>
              </a:extLst>
            </p:cNvPr>
            <p:cNvGrpSpPr/>
            <p:nvPr/>
          </p:nvGrpSpPr>
          <p:grpSpPr>
            <a:xfrm>
              <a:off x="408022" y="1461391"/>
              <a:ext cx="7008776" cy="365439"/>
              <a:chOff x="740964" y="2121706"/>
              <a:chExt cx="7518971" cy="332217"/>
            </a:xfrm>
          </p:grpSpPr>
          <p:sp>
            <p:nvSpPr>
              <p:cNvPr id="14" name="모서리가 둥근 직사각형 169">
                <a:extLst>
                  <a:ext uri="{FF2B5EF4-FFF2-40B4-BE49-F238E27FC236}">
                    <a16:creationId xmlns:a16="http://schemas.microsoft.com/office/drawing/2014/main" id="{E64C2844-F422-2B90-7928-1AD511E6CBA2}"/>
                  </a:ext>
                </a:extLst>
              </p:cNvPr>
              <p:cNvSpPr/>
              <p:nvPr/>
            </p:nvSpPr>
            <p:spPr>
              <a:xfrm>
                <a:off x="740964" y="2159488"/>
                <a:ext cx="7518971" cy="29443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8100" dist="12700" dir="5400000" algn="t" rotWithShape="0">
                  <a:prstClr val="black">
                    <a:alpha val="3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233135" bIns="0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6350"/>
                </a:sp3d>
              </a:bodyPr>
              <a:lstStyle/>
              <a:p>
                <a:pPr algn="ctr"/>
                <a:endParaRPr lang="ko-KR" altLang="en-US" sz="1943" spc="-3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5" name="모서리가 둥근 직사각형 170">
                <a:extLst>
                  <a:ext uri="{FF2B5EF4-FFF2-40B4-BE49-F238E27FC236}">
                    <a16:creationId xmlns:a16="http://schemas.microsoft.com/office/drawing/2014/main" id="{16F00F78-37B5-F366-5AAD-30854568746F}"/>
                  </a:ext>
                </a:extLst>
              </p:cNvPr>
              <p:cNvSpPr/>
              <p:nvPr/>
            </p:nvSpPr>
            <p:spPr>
              <a:xfrm>
                <a:off x="740964" y="2121706"/>
                <a:ext cx="7518971" cy="300354"/>
              </a:xfrm>
              <a:prstGeom prst="roundRect">
                <a:avLst/>
              </a:prstGeom>
              <a:solidFill>
                <a:srgbClr val="1047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95507"/>
                <a:r>
                  <a:rPr lang="ko-KR" altLang="en-US" sz="1400" spc="-10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  <a:cs typeface="ollehche_v2" panose="02020603020101020101" pitchFamily="18" charset="-127"/>
                  </a:rPr>
                  <a:t>단계별 추진 방안</a:t>
                </a: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C12096E-60E0-6A8F-5A40-ECAA7DFD4082}"/>
                </a:ext>
              </a:extLst>
            </p:cNvPr>
            <p:cNvGrpSpPr/>
            <p:nvPr/>
          </p:nvGrpSpPr>
          <p:grpSpPr>
            <a:xfrm>
              <a:off x="357249" y="1406962"/>
              <a:ext cx="733868" cy="285956"/>
              <a:chOff x="677023" y="3112618"/>
              <a:chExt cx="927002" cy="285775"/>
            </a:xfrm>
          </p:grpSpPr>
          <p:sp>
            <p:nvSpPr>
              <p:cNvPr id="11" name="대각선 방향의 모서리가 둥근 사각형 166">
                <a:extLst>
                  <a:ext uri="{FF2B5EF4-FFF2-40B4-BE49-F238E27FC236}">
                    <a16:creationId xmlns:a16="http://schemas.microsoft.com/office/drawing/2014/main" id="{5BFF8F9E-D195-3941-EF86-F03DE3286CAF}"/>
                  </a:ext>
                </a:extLst>
              </p:cNvPr>
              <p:cNvSpPr/>
              <p:nvPr/>
            </p:nvSpPr>
            <p:spPr>
              <a:xfrm>
                <a:off x="677023" y="3112618"/>
                <a:ext cx="927002" cy="285775"/>
              </a:xfrm>
              <a:prstGeom prst="round2DiagRect">
                <a:avLst>
                  <a:gd name="adj1" fmla="val 32145"/>
                  <a:gd name="adj2" fmla="val 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chemeClr val="bg1"/>
                  </a:gs>
                </a:gsLst>
                <a:lin ang="5400000" scaled="0"/>
                <a:tileRect/>
              </a:gradFill>
              <a:ln w="15875">
                <a:gradFill flip="none" rotWithShape="1">
                  <a:gsLst>
                    <a:gs pos="100000">
                      <a:srgbClr val="0B3D72"/>
                    </a:gs>
                    <a:gs pos="0">
                      <a:srgbClr val="0B3D72">
                        <a:alpha val="0"/>
                      </a:srgbClr>
                    </a:gs>
                  </a:gsLst>
                  <a:lin ang="7200000" scaled="0"/>
                  <a:tileRect/>
                </a:gradFill>
                <a:round/>
                <a:headEnd/>
                <a:tailEnd/>
              </a:ln>
              <a:effectLst>
                <a:outerShdw blurRad="50800" dist="25400" dir="54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2" name="대각선 방향의 모서리가 둥근 사각형 167">
                <a:extLst>
                  <a:ext uri="{FF2B5EF4-FFF2-40B4-BE49-F238E27FC236}">
                    <a16:creationId xmlns:a16="http://schemas.microsoft.com/office/drawing/2014/main" id="{71C680E6-8128-3035-638F-B3A2CA14659C}"/>
                  </a:ext>
                </a:extLst>
              </p:cNvPr>
              <p:cNvSpPr/>
              <p:nvPr/>
            </p:nvSpPr>
            <p:spPr>
              <a:xfrm>
                <a:off x="702533" y="3139245"/>
                <a:ext cx="875985" cy="232523"/>
              </a:xfrm>
              <a:prstGeom prst="round2DiagRect">
                <a:avLst>
                  <a:gd name="adj1" fmla="val 32726"/>
                  <a:gd name="adj2" fmla="val 0"/>
                </a:avLst>
              </a:prstGeom>
              <a:gradFill>
                <a:gsLst>
                  <a:gs pos="100000">
                    <a:srgbClr val="C4C4C4"/>
                  </a:gs>
                  <a:gs pos="91000">
                    <a:srgbClr val="D1D1D1"/>
                  </a:gs>
                  <a:gs pos="0">
                    <a:schemeClr val="bg1"/>
                  </a:gs>
                </a:gsLst>
                <a:lin ang="8100000" scaled="1"/>
              </a:gra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18A4A8-6C14-2A62-3AAF-08F4570EE459}"/>
                  </a:ext>
                </a:extLst>
              </p:cNvPr>
              <p:cNvSpPr txBox="1"/>
              <p:nvPr/>
            </p:nvSpPr>
            <p:spPr bwMode="gray">
              <a:xfrm>
                <a:off x="698899" y="3141043"/>
                <a:ext cx="859188" cy="2030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2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rgbClr val="0B3D72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K</a:t>
                </a:r>
                <a:r>
                  <a:rPr lang="en-US" altLang="ko-KR" sz="10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EY POINT</a:t>
                </a:r>
                <a:endParaRPr lang="ko-KR" altLang="en-US" sz="1000" i="1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</p:grpSp>
      <p:sp>
        <p:nvSpPr>
          <p:cNvPr id="57" name="모서리가 둥근 직사각형 68">
            <a:extLst>
              <a:ext uri="{FF2B5EF4-FFF2-40B4-BE49-F238E27FC236}">
                <a16:creationId xmlns:a16="http://schemas.microsoft.com/office/drawing/2014/main" id="{1AA5FB9E-A811-2AA6-80E8-F9C754CD5289}"/>
              </a:ext>
            </a:extLst>
          </p:cNvPr>
          <p:cNvSpPr/>
          <p:nvPr/>
        </p:nvSpPr>
        <p:spPr>
          <a:xfrm>
            <a:off x="486347" y="3495474"/>
            <a:ext cx="3418529" cy="1056596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8" name="모서리가 둥근 직사각형 69">
            <a:extLst>
              <a:ext uri="{FF2B5EF4-FFF2-40B4-BE49-F238E27FC236}">
                <a16:creationId xmlns:a16="http://schemas.microsoft.com/office/drawing/2014/main" id="{2D22CA73-D3E5-5F1F-A70E-30766A658FB0}"/>
              </a:ext>
            </a:extLst>
          </p:cNvPr>
          <p:cNvSpPr/>
          <p:nvPr/>
        </p:nvSpPr>
        <p:spPr>
          <a:xfrm>
            <a:off x="472280" y="3540266"/>
            <a:ext cx="3360587" cy="243399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ko-KR" altLang="en-US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교육정보 서비스 고도화</a:t>
            </a:r>
          </a:p>
        </p:txBody>
      </p:sp>
      <p:sp>
        <p:nvSpPr>
          <p:cNvPr id="59" name="모서리가 둥근 직사각형 70">
            <a:extLst>
              <a:ext uri="{FF2B5EF4-FFF2-40B4-BE49-F238E27FC236}">
                <a16:creationId xmlns:a16="http://schemas.microsoft.com/office/drawing/2014/main" id="{9EE4C43D-6D07-CE86-E09F-391366ECA363}"/>
              </a:ext>
            </a:extLst>
          </p:cNvPr>
          <p:cNvSpPr/>
          <p:nvPr/>
        </p:nvSpPr>
        <p:spPr>
          <a:xfrm>
            <a:off x="512823" y="3818714"/>
            <a:ext cx="3968117" cy="643543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맞춤형 학술정보 제공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연구자별 특화 정보 큐레이션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교육데이터 통합 관리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학교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교육청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-KERIS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 연계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교육정보화 품질 향상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서비스 만족도 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30%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이상 개선</a:t>
            </a:r>
          </a:p>
        </p:txBody>
      </p:sp>
      <p:sp>
        <p:nvSpPr>
          <p:cNvPr id="60" name="모서리가 둥근 직사각형 68">
            <a:extLst>
              <a:ext uri="{FF2B5EF4-FFF2-40B4-BE49-F238E27FC236}">
                <a16:creationId xmlns:a16="http://schemas.microsoft.com/office/drawing/2014/main" id="{4D51DA6D-0E42-8854-FD82-FFB6AA0E1D34}"/>
              </a:ext>
            </a:extLst>
          </p:cNvPr>
          <p:cNvSpPr/>
          <p:nvPr/>
        </p:nvSpPr>
        <p:spPr>
          <a:xfrm>
            <a:off x="4048892" y="3485362"/>
            <a:ext cx="3374082" cy="1054663"/>
          </a:xfrm>
          <a:prstGeom prst="roundRect">
            <a:avLst>
              <a:gd name="adj" fmla="val 4753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endParaRPr lang="ko-KR" altLang="en-US" sz="1100" dirty="0">
              <a:ln>
                <a:solidFill>
                  <a:srgbClr val="97A2AB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1" name="모서리가 둥근 직사각형 69">
            <a:extLst>
              <a:ext uri="{FF2B5EF4-FFF2-40B4-BE49-F238E27FC236}">
                <a16:creationId xmlns:a16="http://schemas.microsoft.com/office/drawing/2014/main" id="{3F6126ED-4678-CE26-09EF-21A6A74EDE3B}"/>
              </a:ext>
            </a:extLst>
          </p:cNvPr>
          <p:cNvSpPr/>
          <p:nvPr/>
        </p:nvSpPr>
        <p:spPr>
          <a:xfrm>
            <a:off x="4120902" y="3516244"/>
            <a:ext cx="3297540" cy="264097"/>
          </a:xfrm>
          <a:prstGeom prst="roundRect">
            <a:avLst>
              <a:gd name="adj" fmla="val 1088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Clr>
                <a:srgbClr val="980E0E"/>
              </a:buClr>
              <a:buSzPct val="140000"/>
              <a:tabLst>
                <a:tab pos="5065983" algn="l"/>
              </a:tabLst>
              <a:defRPr/>
            </a:pPr>
            <a:r>
              <a:rPr lang="ko-KR" altLang="en-US" sz="1000" b="1" dirty="0">
                <a:ln>
                  <a:solidFill>
                    <a:srgbClr val="97A2AB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 현장 지원 강화</a:t>
            </a:r>
          </a:p>
        </p:txBody>
      </p:sp>
      <p:sp>
        <p:nvSpPr>
          <p:cNvPr id="62" name="모서리가 둥근 직사각형 70">
            <a:extLst>
              <a:ext uri="{FF2B5EF4-FFF2-40B4-BE49-F238E27FC236}">
                <a16:creationId xmlns:a16="http://schemas.microsoft.com/office/drawing/2014/main" id="{03EA08EC-D25C-36C5-0A19-2865E0AE4732}"/>
              </a:ext>
            </a:extLst>
          </p:cNvPr>
          <p:cNvSpPr/>
          <p:nvPr/>
        </p:nvSpPr>
        <p:spPr>
          <a:xfrm>
            <a:off x="4120901" y="3808602"/>
            <a:ext cx="3296658" cy="643543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신속한 정책 전달체계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교육정책 이해도 증진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현장 의견 수렴 강화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실시간 피드백 기반 서비스 개선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교육격차 해소 기여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교육정보 접근성 형평성 제고</a:t>
            </a:r>
          </a:p>
        </p:txBody>
      </p:sp>
      <p:sp>
        <p:nvSpPr>
          <p:cNvPr id="128" name="모서리가 둥근 직사각형 46">
            <a:extLst>
              <a:ext uri="{FF2B5EF4-FFF2-40B4-BE49-F238E27FC236}">
                <a16:creationId xmlns:a16="http://schemas.microsoft.com/office/drawing/2014/main" id="{65D85AF5-99C7-888B-2962-9252C0531397}"/>
              </a:ext>
            </a:extLst>
          </p:cNvPr>
          <p:cNvSpPr/>
          <p:nvPr/>
        </p:nvSpPr>
        <p:spPr>
          <a:xfrm>
            <a:off x="482083" y="1638226"/>
            <a:ext cx="6993727" cy="643543"/>
          </a:xfrm>
          <a:prstGeom prst="roundRect">
            <a:avLst>
              <a:gd name="adj" fmla="val 5796"/>
            </a:avLst>
          </a:prstGeom>
          <a:solidFill>
            <a:schemeClr val="bg1"/>
          </a:solidFill>
          <a:ln w="9525">
            <a:solidFill>
              <a:srgbClr val="039FE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928673">
              <a:lnSpc>
                <a:spcPct val="110000"/>
              </a:lnSpc>
              <a:buSzPct val="80000"/>
              <a:defRPr/>
            </a:pP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KERIS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의 교육정보서비스 고도화를 통해 사용자 경험을 혁신하고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 기반의 지능형 교육행정 체계를 구현하는 핵심 동력이 될 것입니다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  <a:r>
              <a:rPr lang="ko-KR" altLang="en-US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교육현장의 디지털 전환을 가속화하고 교육 정보 접근성을 획기적으로 개선하여 스마트 교육 생태계 구축에 기여할 것입니다</a:t>
            </a:r>
            <a:r>
              <a:rPr lang="en-US" altLang="ko-KR" sz="1200" b="1" spc="-58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1200" b="1" spc="-58" dirty="0">
              <a:ln w="3175"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0" name="AutoShape 31">
            <a:extLst>
              <a:ext uri="{FF2B5EF4-FFF2-40B4-BE49-F238E27FC236}">
                <a16:creationId xmlns:a16="http://schemas.microsoft.com/office/drawing/2014/main" id="{9A908CE3-39E9-6FA3-AAE3-1A2B8DD33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45" y="5405957"/>
            <a:ext cx="3300572" cy="1169474"/>
          </a:xfrm>
          <a:prstGeom prst="homePlate">
            <a:avLst>
              <a:gd name="adj" fmla="val 0"/>
            </a:avLst>
          </a:prstGeom>
          <a:solidFill>
            <a:srgbClr val="ADADAD">
              <a:alpha val="26000"/>
            </a:srgbClr>
          </a:solidFill>
          <a:ln w="127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6774" tIns="53387" rIns="106774" bIns="53387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rgbClr val="788BB9"/>
              </a:buClr>
              <a:buSzPct val="60000"/>
              <a:buNone/>
              <a:defRPr/>
            </a:pPr>
            <a:endParaRPr kumimoji="1" lang="ko-KR" altLang="en-US" sz="1050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0B82F88D-A0BF-4631-9C74-2E8B144AA384}"/>
              </a:ext>
            </a:extLst>
          </p:cNvPr>
          <p:cNvGrpSpPr/>
          <p:nvPr/>
        </p:nvGrpSpPr>
        <p:grpSpPr>
          <a:xfrm flipH="1">
            <a:off x="445767" y="5158456"/>
            <a:ext cx="3328779" cy="273355"/>
            <a:chOff x="4871672" y="2478616"/>
            <a:chExt cx="2586568" cy="330760"/>
          </a:xfrm>
        </p:grpSpPr>
        <p:sp>
          <p:nvSpPr>
            <p:cNvPr id="142" name="모서리가 둥근 직사각형 157">
              <a:extLst>
                <a:ext uri="{FF2B5EF4-FFF2-40B4-BE49-F238E27FC236}">
                  <a16:creationId xmlns:a16="http://schemas.microsoft.com/office/drawing/2014/main" id="{DF47544C-00BB-0B22-EAC9-40E0159A0D51}"/>
                </a:ext>
              </a:extLst>
            </p:cNvPr>
            <p:cNvSpPr/>
            <p:nvPr/>
          </p:nvSpPr>
          <p:spPr>
            <a:xfrm rot="5400000" flipH="1">
              <a:off x="5999576" y="1350712"/>
              <a:ext cx="330760" cy="2586568"/>
            </a:xfrm>
            <a:prstGeom prst="roundRect">
              <a:avLst>
                <a:gd name="adj" fmla="val 15354"/>
              </a:avLst>
            </a:prstGeom>
            <a:solidFill>
              <a:srgbClr val="1047C5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1600" b="1">
                <a:ln>
                  <a:solidFill>
                    <a:srgbClr val="D2DFF1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43" name="자유형 160">
              <a:extLst>
                <a:ext uri="{FF2B5EF4-FFF2-40B4-BE49-F238E27FC236}">
                  <a16:creationId xmlns:a16="http://schemas.microsoft.com/office/drawing/2014/main" id="{B0537173-8493-A6A6-EE7B-395BD3F3CF1B}"/>
                </a:ext>
              </a:extLst>
            </p:cNvPr>
            <p:cNvSpPr/>
            <p:nvPr/>
          </p:nvSpPr>
          <p:spPr>
            <a:xfrm rot="10800000" flipH="1" flipV="1">
              <a:off x="4908938" y="2511429"/>
              <a:ext cx="434443" cy="163622"/>
            </a:xfrm>
            <a:custGeom>
              <a:avLst/>
              <a:gdLst>
                <a:gd name="connsiteX0" fmla="*/ 50265 w 438901"/>
                <a:gd name="connsiteY0" fmla="*/ 0 h 271467"/>
                <a:gd name="connsiteX1" fmla="*/ 438901 w 438901"/>
                <a:gd name="connsiteY1" fmla="*/ 0 h 271467"/>
                <a:gd name="connsiteX2" fmla="*/ 303374 w 438901"/>
                <a:gd name="connsiteY2" fmla="*/ 45335 h 271467"/>
                <a:gd name="connsiteX3" fmla="*/ 75450 w 438901"/>
                <a:gd name="connsiteY3" fmla="*/ 185801 h 271467"/>
                <a:gd name="connsiteX4" fmla="*/ 0 w 438901"/>
                <a:gd name="connsiteY4" fmla="*/ 271467 h 271467"/>
                <a:gd name="connsiteX5" fmla="*/ 0 w 438901"/>
                <a:gd name="connsiteY5" fmla="*/ 50265 h 271467"/>
                <a:gd name="connsiteX6" fmla="*/ 50265 w 438901"/>
                <a:gd name="connsiteY6" fmla="*/ 0 h 271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901" h="271467">
                  <a:moveTo>
                    <a:pt x="50265" y="0"/>
                  </a:moveTo>
                  <a:lnTo>
                    <a:pt x="438901" y="0"/>
                  </a:lnTo>
                  <a:lnTo>
                    <a:pt x="303374" y="45335"/>
                  </a:lnTo>
                  <a:cubicBezTo>
                    <a:pt x="213590" y="82717"/>
                    <a:pt x="136107" y="130468"/>
                    <a:pt x="75450" y="185801"/>
                  </a:cubicBezTo>
                  <a:lnTo>
                    <a:pt x="0" y="271467"/>
                  </a:lnTo>
                  <a:lnTo>
                    <a:pt x="0" y="50265"/>
                  </a:lnTo>
                  <a:cubicBezTo>
                    <a:pt x="0" y="22504"/>
                    <a:pt x="22504" y="0"/>
                    <a:pt x="50265" y="0"/>
                  </a:cubicBezTo>
                  <a:close/>
                </a:path>
              </a:pathLst>
            </a:custGeom>
            <a:gradFill flip="none" rotWithShape="1">
              <a:gsLst>
                <a:gs pos="8000">
                  <a:schemeClr val="bg1">
                    <a:alpha val="20000"/>
                  </a:schemeClr>
                </a:gs>
                <a:gs pos="99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n>
                  <a:solidFill>
                    <a:srgbClr val="D9D9D9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3EF71A58-2287-9D77-31C3-E07DD7AF34E1}"/>
                </a:ext>
              </a:extLst>
            </p:cNvPr>
            <p:cNvSpPr/>
            <p:nvPr/>
          </p:nvSpPr>
          <p:spPr>
            <a:xfrm flipH="1">
              <a:off x="5102427" y="2532274"/>
              <a:ext cx="2125057" cy="22344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7620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단계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: 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기반 시스템 구축 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(~2025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년 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월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)</a:t>
              </a:r>
              <a:endParaRPr lang="ko-KR" altLang="en-US" sz="1200" b="1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72" name="모서리가 둥근 직사각형 70">
            <a:extLst>
              <a:ext uri="{FF2B5EF4-FFF2-40B4-BE49-F238E27FC236}">
                <a16:creationId xmlns:a16="http://schemas.microsoft.com/office/drawing/2014/main" id="{65F01C84-13E6-B7A3-5A28-574F66F4F78A}"/>
              </a:ext>
            </a:extLst>
          </p:cNvPr>
          <p:cNvSpPr/>
          <p:nvPr/>
        </p:nvSpPr>
        <p:spPr>
          <a:xfrm>
            <a:off x="519130" y="5526658"/>
            <a:ext cx="3153427" cy="1040118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IPCC/CTI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시스템 고도화 및 통합 인프라 구축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KERIS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특화 지식베이스 구축 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 수집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900" spc="-6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전처리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파이프라인 구축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교육특화 프롬프트 엔지니어링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자연어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음성처리 엔진 도입 및 최적화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RAG(Retrieval Augmented Generation)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시스템 구축</a:t>
            </a:r>
          </a:p>
        </p:txBody>
      </p:sp>
      <p:sp>
        <p:nvSpPr>
          <p:cNvPr id="174" name="AutoShape 31">
            <a:extLst>
              <a:ext uri="{FF2B5EF4-FFF2-40B4-BE49-F238E27FC236}">
                <a16:creationId xmlns:a16="http://schemas.microsoft.com/office/drawing/2014/main" id="{324DAA50-0623-F12D-5CDA-BA5C94DB2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242" y="5415616"/>
            <a:ext cx="3300572" cy="1169474"/>
          </a:xfrm>
          <a:prstGeom prst="homePlate">
            <a:avLst>
              <a:gd name="adj" fmla="val 0"/>
            </a:avLst>
          </a:prstGeom>
          <a:solidFill>
            <a:srgbClr val="ADADAD">
              <a:alpha val="26000"/>
            </a:srgbClr>
          </a:solidFill>
          <a:ln w="127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6774" tIns="53387" rIns="106774" bIns="53387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rgbClr val="788BB9"/>
              </a:buClr>
              <a:buSzPct val="60000"/>
              <a:buNone/>
              <a:defRPr/>
            </a:pPr>
            <a:endParaRPr kumimoji="1" lang="ko-KR" altLang="en-US" sz="1050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B4E8E37F-420F-0850-29BC-5F2BE7858908}"/>
              </a:ext>
            </a:extLst>
          </p:cNvPr>
          <p:cNvGrpSpPr/>
          <p:nvPr/>
        </p:nvGrpSpPr>
        <p:grpSpPr>
          <a:xfrm flipH="1">
            <a:off x="3974664" y="5168115"/>
            <a:ext cx="3328779" cy="273355"/>
            <a:chOff x="4871672" y="2478616"/>
            <a:chExt cx="2586568" cy="330760"/>
          </a:xfrm>
        </p:grpSpPr>
        <p:sp>
          <p:nvSpPr>
            <p:cNvPr id="176" name="모서리가 둥근 직사각형 157">
              <a:extLst>
                <a:ext uri="{FF2B5EF4-FFF2-40B4-BE49-F238E27FC236}">
                  <a16:creationId xmlns:a16="http://schemas.microsoft.com/office/drawing/2014/main" id="{9988CEA4-5908-0D4B-CEF8-40D8EF7B7A57}"/>
                </a:ext>
              </a:extLst>
            </p:cNvPr>
            <p:cNvSpPr/>
            <p:nvPr/>
          </p:nvSpPr>
          <p:spPr>
            <a:xfrm rot="5400000" flipH="1">
              <a:off x="5999576" y="1350712"/>
              <a:ext cx="330760" cy="2586568"/>
            </a:xfrm>
            <a:prstGeom prst="roundRect">
              <a:avLst>
                <a:gd name="adj" fmla="val 15354"/>
              </a:avLst>
            </a:prstGeom>
            <a:solidFill>
              <a:srgbClr val="1047C5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1600" b="1">
                <a:ln>
                  <a:solidFill>
                    <a:srgbClr val="D2DFF1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77" name="자유형 160">
              <a:extLst>
                <a:ext uri="{FF2B5EF4-FFF2-40B4-BE49-F238E27FC236}">
                  <a16:creationId xmlns:a16="http://schemas.microsoft.com/office/drawing/2014/main" id="{43868DB5-8D3F-C1F1-549A-BAA7CF0C9DA0}"/>
                </a:ext>
              </a:extLst>
            </p:cNvPr>
            <p:cNvSpPr/>
            <p:nvPr/>
          </p:nvSpPr>
          <p:spPr>
            <a:xfrm rot="10800000" flipH="1" flipV="1">
              <a:off x="4908938" y="2511429"/>
              <a:ext cx="434443" cy="163622"/>
            </a:xfrm>
            <a:custGeom>
              <a:avLst/>
              <a:gdLst>
                <a:gd name="connsiteX0" fmla="*/ 50265 w 438901"/>
                <a:gd name="connsiteY0" fmla="*/ 0 h 271467"/>
                <a:gd name="connsiteX1" fmla="*/ 438901 w 438901"/>
                <a:gd name="connsiteY1" fmla="*/ 0 h 271467"/>
                <a:gd name="connsiteX2" fmla="*/ 303374 w 438901"/>
                <a:gd name="connsiteY2" fmla="*/ 45335 h 271467"/>
                <a:gd name="connsiteX3" fmla="*/ 75450 w 438901"/>
                <a:gd name="connsiteY3" fmla="*/ 185801 h 271467"/>
                <a:gd name="connsiteX4" fmla="*/ 0 w 438901"/>
                <a:gd name="connsiteY4" fmla="*/ 271467 h 271467"/>
                <a:gd name="connsiteX5" fmla="*/ 0 w 438901"/>
                <a:gd name="connsiteY5" fmla="*/ 50265 h 271467"/>
                <a:gd name="connsiteX6" fmla="*/ 50265 w 438901"/>
                <a:gd name="connsiteY6" fmla="*/ 0 h 271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901" h="271467">
                  <a:moveTo>
                    <a:pt x="50265" y="0"/>
                  </a:moveTo>
                  <a:lnTo>
                    <a:pt x="438901" y="0"/>
                  </a:lnTo>
                  <a:lnTo>
                    <a:pt x="303374" y="45335"/>
                  </a:lnTo>
                  <a:cubicBezTo>
                    <a:pt x="213590" y="82717"/>
                    <a:pt x="136107" y="130468"/>
                    <a:pt x="75450" y="185801"/>
                  </a:cubicBezTo>
                  <a:lnTo>
                    <a:pt x="0" y="271467"/>
                  </a:lnTo>
                  <a:lnTo>
                    <a:pt x="0" y="50265"/>
                  </a:lnTo>
                  <a:cubicBezTo>
                    <a:pt x="0" y="22504"/>
                    <a:pt x="22504" y="0"/>
                    <a:pt x="50265" y="0"/>
                  </a:cubicBezTo>
                  <a:close/>
                </a:path>
              </a:pathLst>
            </a:custGeom>
            <a:gradFill flip="none" rotWithShape="1">
              <a:gsLst>
                <a:gs pos="8000">
                  <a:schemeClr val="bg1">
                    <a:alpha val="20000"/>
                  </a:schemeClr>
                </a:gs>
                <a:gs pos="99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n>
                  <a:solidFill>
                    <a:srgbClr val="D9D9D9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B51884FD-2D6F-D26D-FA09-81E806FF253B}"/>
                </a:ext>
              </a:extLst>
            </p:cNvPr>
            <p:cNvSpPr/>
            <p:nvPr/>
          </p:nvSpPr>
          <p:spPr>
            <a:xfrm flipH="1">
              <a:off x="5128630" y="2532274"/>
              <a:ext cx="2072653" cy="22344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7620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2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단계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: AI 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엔진 통합 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(~2025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년 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5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월 말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)</a:t>
              </a:r>
              <a:endParaRPr lang="ko-KR" altLang="en-US" sz="1200" b="1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79" name="모서리가 둥근 직사각형 70">
            <a:extLst>
              <a:ext uri="{FF2B5EF4-FFF2-40B4-BE49-F238E27FC236}">
                <a16:creationId xmlns:a16="http://schemas.microsoft.com/office/drawing/2014/main" id="{285021CA-B566-7EC6-6EC9-2B641D8FB5A4}"/>
              </a:ext>
            </a:extLst>
          </p:cNvPr>
          <p:cNvSpPr/>
          <p:nvPr/>
        </p:nvSpPr>
        <p:spPr>
          <a:xfrm>
            <a:off x="4048027" y="5431549"/>
            <a:ext cx="3153427" cy="1118492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실시간 품질 모니터링 시스템 개발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챗봇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상담원 원활한 전환 체계 구축</a:t>
            </a:r>
            <a:endParaRPr lang="en-US" altLang="ko-KR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사용자 로그 분석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및 </a:t>
            </a:r>
            <a:r>
              <a:rPr lang="en-US" altLang="ko-KR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QMS </a:t>
            </a: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체계 구축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상담 품질관리 기준 수립 및 평가체계 마련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endParaRPr lang="ko-KR" altLang="en-US" sz="900" spc="-6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0" name="AutoShape 31">
            <a:extLst>
              <a:ext uri="{FF2B5EF4-FFF2-40B4-BE49-F238E27FC236}">
                <a16:creationId xmlns:a16="http://schemas.microsoft.com/office/drawing/2014/main" id="{21B1588F-E15B-D2B2-47C9-9F5D46D03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645" y="6926287"/>
            <a:ext cx="3300572" cy="1254577"/>
          </a:xfrm>
          <a:prstGeom prst="homePlate">
            <a:avLst>
              <a:gd name="adj" fmla="val 0"/>
            </a:avLst>
          </a:prstGeom>
          <a:solidFill>
            <a:srgbClr val="ADADAD">
              <a:alpha val="26000"/>
            </a:srgbClr>
          </a:solidFill>
          <a:ln w="127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6774" tIns="53387" rIns="106774" bIns="53387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rgbClr val="788BB9"/>
              </a:buClr>
              <a:buSzPct val="60000"/>
              <a:buNone/>
              <a:defRPr/>
            </a:pPr>
            <a:endParaRPr kumimoji="1" lang="ko-KR" altLang="en-US" sz="1050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76C072F3-455C-9291-DADB-EF87D8F6D733}"/>
              </a:ext>
            </a:extLst>
          </p:cNvPr>
          <p:cNvGrpSpPr/>
          <p:nvPr/>
        </p:nvGrpSpPr>
        <p:grpSpPr>
          <a:xfrm flipH="1">
            <a:off x="438067" y="6678786"/>
            <a:ext cx="3328779" cy="273355"/>
            <a:chOff x="4871672" y="2478616"/>
            <a:chExt cx="2586568" cy="330760"/>
          </a:xfrm>
        </p:grpSpPr>
        <p:sp>
          <p:nvSpPr>
            <p:cNvPr id="182" name="모서리가 둥근 직사각형 157">
              <a:extLst>
                <a:ext uri="{FF2B5EF4-FFF2-40B4-BE49-F238E27FC236}">
                  <a16:creationId xmlns:a16="http://schemas.microsoft.com/office/drawing/2014/main" id="{12ACD9BB-B23D-27F3-93FE-89D5AF8C6CF3}"/>
                </a:ext>
              </a:extLst>
            </p:cNvPr>
            <p:cNvSpPr/>
            <p:nvPr/>
          </p:nvSpPr>
          <p:spPr>
            <a:xfrm rot="5400000" flipH="1">
              <a:off x="5999576" y="1350712"/>
              <a:ext cx="330760" cy="2586568"/>
            </a:xfrm>
            <a:prstGeom prst="roundRect">
              <a:avLst>
                <a:gd name="adj" fmla="val 15354"/>
              </a:avLst>
            </a:prstGeom>
            <a:solidFill>
              <a:srgbClr val="1047C5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1600" b="1">
                <a:ln>
                  <a:solidFill>
                    <a:srgbClr val="D2DFF1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83" name="자유형 160">
              <a:extLst>
                <a:ext uri="{FF2B5EF4-FFF2-40B4-BE49-F238E27FC236}">
                  <a16:creationId xmlns:a16="http://schemas.microsoft.com/office/drawing/2014/main" id="{429327D1-FE0F-D93C-6D49-23C51416C25A}"/>
                </a:ext>
              </a:extLst>
            </p:cNvPr>
            <p:cNvSpPr/>
            <p:nvPr/>
          </p:nvSpPr>
          <p:spPr>
            <a:xfrm rot="10800000" flipH="1" flipV="1">
              <a:off x="4908938" y="2511429"/>
              <a:ext cx="434443" cy="163622"/>
            </a:xfrm>
            <a:custGeom>
              <a:avLst/>
              <a:gdLst>
                <a:gd name="connsiteX0" fmla="*/ 50265 w 438901"/>
                <a:gd name="connsiteY0" fmla="*/ 0 h 271467"/>
                <a:gd name="connsiteX1" fmla="*/ 438901 w 438901"/>
                <a:gd name="connsiteY1" fmla="*/ 0 h 271467"/>
                <a:gd name="connsiteX2" fmla="*/ 303374 w 438901"/>
                <a:gd name="connsiteY2" fmla="*/ 45335 h 271467"/>
                <a:gd name="connsiteX3" fmla="*/ 75450 w 438901"/>
                <a:gd name="connsiteY3" fmla="*/ 185801 h 271467"/>
                <a:gd name="connsiteX4" fmla="*/ 0 w 438901"/>
                <a:gd name="connsiteY4" fmla="*/ 271467 h 271467"/>
                <a:gd name="connsiteX5" fmla="*/ 0 w 438901"/>
                <a:gd name="connsiteY5" fmla="*/ 50265 h 271467"/>
                <a:gd name="connsiteX6" fmla="*/ 50265 w 438901"/>
                <a:gd name="connsiteY6" fmla="*/ 0 h 271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901" h="271467">
                  <a:moveTo>
                    <a:pt x="50265" y="0"/>
                  </a:moveTo>
                  <a:lnTo>
                    <a:pt x="438901" y="0"/>
                  </a:lnTo>
                  <a:lnTo>
                    <a:pt x="303374" y="45335"/>
                  </a:lnTo>
                  <a:cubicBezTo>
                    <a:pt x="213590" y="82717"/>
                    <a:pt x="136107" y="130468"/>
                    <a:pt x="75450" y="185801"/>
                  </a:cubicBezTo>
                  <a:lnTo>
                    <a:pt x="0" y="271467"/>
                  </a:lnTo>
                  <a:lnTo>
                    <a:pt x="0" y="50265"/>
                  </a:lnTo>
                  <a:cubicBezTo>
                    <a:pt x="0" y="22504"/>
                    <a:pt x="22504" y="0"/>
                    <a:pt x="50265" y="0"/>
                  </a:cubicBezTo>
                  <a:close/>
                </a:path>
              </a:pathLst>
            </a:custGeom>
            <a:gradFill flip="none" rotWithShape="1">
              <a:gsLst>
                <a:gs pos="8000">
                  <a:schemeClr val="bg1">
                    <a:alpha val="20000"/>
                  </a:schemeClr>
                </a:gs>
                <a:gs pos="99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n>
                  <a:solidFill>
                    <a:srgbClr val="D9D9D9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D750CF18-0FBC-8C81-74E1-30DA7FA7FCDC}"/>
                </a:ext>
              </a:extLst>
            </p:cNvPr>
            <p:cNvSpPr/>
            <p:nvPr/>
          </p:nvSpPr>
          <p:spPr>
            <a:xfrm flipH="1">
              <a:off x="5056385" y="2532274"/>
              <a:ext cx="2217141" cy="22344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7620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3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단계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: 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고도화 및 안정화 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(~2025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년 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12</a:t>
              </a: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월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)</a:t>
              </a:r>
              <a:endParaRPr lang="ko-KR" altLang="en-US" sz="1200" b="1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85" name="모서리가 둥근 직사각형 70">
            <a:extLst>
              <a:ext uri="{FF2B5EF4-FFF2-40B4-BE49-F238E27FC236}">
                <a16:creationId xmlns:a16="http://schemas.microsoft.com/office/drawing/2014/main" id="{D53EDF1B-F046-D33C-F890-81365313562E}"/>
              </a:ext>
            </a:extLst>
          </p:cNvPr>
          <p:cNvSpPr/>
          <p:nvPr/>
        </p:nvSpPr>
        <p:spPr>
          <a:xfrm>
            <a:off x="511430" y="6942219"/>
            <a:ext cx="3153427" cy="1125221"/>
          </a:xfrm>
          <a:prstGeom prst="roundRect">
            <a:avLst>
              <a:gd name="adj" fmla="val 952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서비스 성능 최적화 및 확장성 확보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실시간 학습 모델 적용 및 지속적 개선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사용자 피드백 기반 시스템 고도화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보안 강화 및 개인정보보호 체계 고도화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통합 관리 대시보드 구축</a:t>
            </a:r>
          </a:p>
          <a:p>
            <a:pPr marL="85725" lvl="1" indent="-85725" algn="l" fontAlgn="base">
              <a:spcBef>
                <a:spcPts val="100"/>
              </a:spcBef>
              <a:spcAft>
                <a:spcPts val="1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5648325" algn="l"/>
              </a:tabLst>
            </a:pPr>
            <a:r>
              <a:rPr lang="ko-KR" altLang="en-US" sz="9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비상상황 대응 체계 수립 및 운영 매뉴얼 개발</a:t>
            </a:r>
          </a:p>
        </p:txBody>
      </p:sp>
    </p:spTree>
    <p:extLst>
      <p:ext uri="{BB962C8B-B14F-4D97-AF65-F5344CB8AC3E}">
        <p14:creationId xmlns:p14="http://schemas.microsoft.com/office/powerpoint/2010/main" val="362044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3813928" y="6923269"/>
            <a:ext cx="165035" cy="3211332"/>
          </a:xfrm>
          <a:prstGeom prst="rect">
            <a:avLst/>
          </a:prstGeom>
          <a:solidFill>
            <a:srgbClr val="E6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 rot="5400000">
            <a:off x="430565" y="6740733"/>
            <a:ext cx="3331791" cy="34559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5"/>
            <a:endParaRPr lang="ko-KR" altLang="en-US" sz="110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 rot="5400000">
            <a:off x="4030794" y="6740732"/>
            <a:ext cx="3331788" cy="34559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5"/>
            <a:endParaRPr lang="ko-KR" altLang="en-US" sz="110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372524" y="6914671"/>
            <a:ext cx="3451908" cy="8961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95507"/>
            <a:endParaRPr lang="ko-KR" altLang="en-US" sz="800" b="1">
              <a:ln>
                <a:solidFill>
                  <a:prstClr val="white">
                    <a:alpha val="0"/>
                  </a:prstClr>
                </a:solidFill>
              </a:ln>
              <a:solidFill>
                <a:srgbClr val="51749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3968448" y="6914671"/>
            <a:ext cx="3451908" cy="8961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95507"/>
            <a:endParaRPr lang="ko-KR" altLang="en-US" sz="800" b="1">
              <a:ln>
                <a:solidFill>
                  <a:prstClr val="white">
                    <a:alpha val="0"/>
                  </a:prstClr>
                </a:solidFill>
              </a:ln>
              <a:solidFill>
                <a:srgbClr val="51749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68228" y="6621137"/>
            <a:ext cx="3456210" cy="302132"/>
          </a:xfrm>
          <a:prstGeom prst="rect">
            <a:avLst/>
          </a:prstGeom>
          <a:solidFill>
            <a:srgbClr val="404040"/>
          </a:solidFill>
          <a:ln>
            <a:noFill/>
          </a:ln>
          <a:effectLst>
            <a:outerShdw dist="38100" dir="5400000" algn="t" rotWithShape="0">
              <a:srgbClr val="7F8FA5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95507"/>
            <a:endParaRPr lang="ko-KR" altLang="en-US" sz="160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  <p:sp>
        <p:nvSpPr>
          <p:cNvPr id="48" name="사각형: 둥근 모서리 168">
            <a:extLst>
              <a:ext uri="{FF2B5EF4-FFF2-40B4-BE49-F238E27FC236}">
                <a16:creationId xmlns:a16="http://schemas.microsoft.com/office/drawing/2014/main" id="{5281044B-404C-4CB1-AABB-3011D212AFA4}"/>
              </a:ext>
            </a:extLst>
          </p:cNvPr>
          <p:cNvSpPr/>
          <p:nvPr/>
        </p:nvSpPr>
        <p:spPr>
          <a:xfrm>
            <a:off x="941067" y="6651454"/>
            <a:ext cx="2329184" cy="246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72000" rtlCol="0" anchor="ctr">
            <a:noAutofit/>
          </a:bodyPr>
          <a:lstStyle/>
          <a:p>
            <a:pPr latinLnBrk="0">
              <a:spcAft>
                <a:spcPts val="448"/>
              </a:spcAft>
              <a:buClr>
                <a:srgbClr val="0070C0"/>
              </a:buClr>
              <a:buSzPct val="140000"/>
              <a:tabLst>
                <a:tab pos="5065983" algn="l"/>
              </a:tabLst>
              <a:defRPr/>
            </a:pPr>
            <a:r>
              <a:rPr lang="ko-KR" altLang="en-US" sz="1200" spc="-45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내용을 입력해주세요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211" y="7046163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Clr>
                <a:srgbClr val="0055A2"/>
              </a:buClr>
              <a:buFont typeface="Wingdings" panose="05000000000000000000" pitchFamily="2" charset="2"/>
              <a:buChar char="ü"/>
            </a:pPr>
            <a:r>
              <a:rPr lang="ko-KR" altLang="en-US" sz="1200" spc="-7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내용을 입력해주세요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BAD4E2-8C4C-4FD3-8859-9E0213EA31E1}"/>
              </a:ext>
            </a:extLst>
          </p:cNvPr>
          <p:cNvSpPr txBox="1"/>
          <p:nvPr/>
        </p:nvSpPr>
        <p:spPr>
          <a:xfrm>
            <a:off x="562131" y="7263822"/>
            <a:ext cx="3351344" cy="4431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defTabSz="457200" fontAlgn="auto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ko-KR" altLang="en-US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내용을 입력해주세요 내용을 입력해주세요 </a:t>
            </a:r>
            <a:br>
              <a:rPr kumimoji="0" lang="en-US" altLang="ko-KR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kumimoji="0" lang="ko-KR" altLang="en-US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내용을 입력해주세요 내용을 입력해주세요 </a:t>
            </a:r>
            <a:endParaRPr kumimoji="0" lang="en-US" altLang="ko-KR" sz="1000" spc="-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966472" y="7046163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Clr>
                <a:srgbClr val="0055A2"/>
              </a:buClr>
              <a:buFont typeface="Wingdings" panose="05000000000000000000" pitchFamily="2" charset="2"/>
              <a:buChar char="ü"/>
            </a:pPr>
            <a:r>
              <a:rPr lang="ko-KR" altLang="en-US" sz="1200" spc="-7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내용을 입력해주세요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BAD4E2-8C4C-4FD3-8859-9E0213EA31E1}"/>
              </a:ext>
            </a:extLst>
          </p:cNvPr>
          <p:cNvSpPr txBox="1"/>
          <p:nvPr/>
        </p:nvSpPr>
        <p:spPr>
          <a:xfrm>
            <a:off x="4149392" y="7263822"/>
            <a:ext cx="3351344" cy="4431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defTabSz="457200" fontAlgn="auto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ko-KR" altLang="en-US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내용을 입력해주세요 내용을 입력해주세요 </a:t>
            </a:r>
            <a:br>
              <a:rPr kumimoji="0" lang="en-US" altLang="ko-KR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kumimoji="0" lang="ko-KR" altLang="en-US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내용을 입력해주세요 내용을 입력해주세요 </a:t>
            </a:r>
            <a:endParaRPr kumimoji="0" lang="en-US" altLang="ko-KR" sz="1000" spc="-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486735" y="7921614"/>
            <a:ext cx="3219451" cy="534605"/>
            <a:chOff x="490538" y="7313112"/>
            <a:chExt cx="3219451" cy="534605"/>
          </a:xfrm>
        </p:grpSpPr>
        <p:grpSp>
          <p:nvGrpSpPr>
            <p:cNvPr id="57" name="그룹 56"/>
            <p:cNvGrpSpPr/>
            <p:nvPr/>
          </p:nvGrpSpPr>
          <p:grpSpPr>
            <a:xfrm>
              <a:off x="490538" y="7313112"/>
              <a:ext cx="1563578" cy="534605"/>
              <a:chOff x="490538" y="7313112"/>
              <a:chExt cx="1506181" cy="534605"/>
            </a:xfrm>
          </p:grpSpPr>
          <p:sp>
            <p:nvSpPr>
              <p:cNvPr id="61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490538" y="7313112"/>
                <a:ext cx="1506181" cy="534605"/>
              </a:xfrm>
              <a:prstGeom prst="roundRect">
                <a:avLst>
                  <a:gd name="adj" fmla="val 734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4D587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252000" rtlCol="0" anchor="ctr"/>
              <a:lstStyle/>
              <a:p>
                <a:pPr algn="ctr" defTabSz="914355"/>
                <a:r>
                  <a:rPr kumimoji="1" lang="ko-KR" altLang="en-US" sz="10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 입력</a:t>
                </a: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537791" y="7580414"/>
                <a:ext cx="1399804" cy="198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</a:t>
                </a:r>
              </a:p>
            </p:txBody>
          </p:sp>
        </p:grpSp>
        <p:grpSp>
          <p:nvGrpSpPr>
            <p:cNvPr id="58" name="그룹 57"/>
            <p:cNvGrpSpPr/>
            <p:nvPr/>
          </p:nvGrpSpPr>
          <p:grpSpPr>
            <a:xfrm>
              <a:off x="2146411" y="7313112"/>
              <a:ext cx="1563578" cy="534605"/>
              <a:chOff x="490538" y="7313112"/>
              <a:chExt cx="1506181" cy="534605"/>
            </a:xfrm>
          </p:grpSpPr>
          <p:sp>
            <p:nvSpPr>
              <p:cNvPr id="59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490538" y="7313112"/>
                <a:ext cx="1506181" cy="534605"/>
              </a:xfrm>
              <a:prstGeom prst="roundRect">
                <a:avLst>
                  <a:gd name="adj" fmla="val 734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4D587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252000" rtlCol="0" anchor="ctr"/>
              <a:lstStyle/>
              <a:p>
                <a:pPr algn="ctr" defTabSz="914355"/>
                <a:r>
                  <a:rPr kumimoji="1" lang="ko-KR" altLang="en-US" sz="10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 입력</a:t>
                </a:r>
              </a:p>
            </p:txBody>
          </p:sp>
          <p:sp>
            <p:nvSpPr>
              <p:cNvPr id="60" name="직사각형 59"/>
              <p:cNvSpPr/>
              <p:nvPr/>
            </p:nvSpPr>
            <p:spPr>
              <a:xfrm>
                <a:off x="537791" y="7580414"/>
                <a:ext cx="1399804" cy="198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</a:t>
                </a:r>
              </a:p>
            </p:txBody>
          </p:sp>
        </p:grpSp>
      </p:grpSp>
      <p:grpSp>
        <p:nvGrpSpPr>
          <p:cNvPr id="63" name="그룹 62"/>
          <p:cNvGrpSpPr/>
          <p:nvPr/>
        </p:nvGrpSpPr>
        <p:grpSpPr>
          <a:xfrm>
            <a:off x="472003" y="8530227"/>
            <a:ext cx="3248660" cy="802763"/>
            <a:chOff x="4076700" y="7303658"/>
            <a:chExt cx="3248660" cy="802763"/>
          </a:xfrm>
        </p:grpSpPr>
        <p:grpSp>
          <p:nvGrpSpPr>
            <p:cNvPr id="64" name="그룹 63"/>
            <p:cNvGrpSpPr/>
            <p:nvPr/>
          </p:nvGrpSpPr>
          <p:grpSpPr>
            <a:xfrm>
              <a:off x="4076700" y="7303658"/>
              <a:ext cx="1585947" cy="802763"/>
              <a:chOff x="-2257380" y="7101957"/>
              <a:chExt cx="1999384" cy="532173"/>
            </a:xfrm>
          </p:grpSpPr>
          <p:sp>
            <p:nvSpPr>
              <p:cNvPr id="69" name="모서리가 둥근 직사각형 68"/>
              <p:cNvSpPr/>
              <p:nvPr/>
            </p:nvSpPr>
            <p:spPr>
              <a:xfrm>
                <a:off x="-2257380" y="7101957"/>
                <a:ext cx="1999384" cy="532173"/>
              </a:xfrm>
              <a:prstGeom prst="roundRect">
                <a:avLst>
                  <a:gd name="adj" fmla="val 4753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endParaRPr lang="ko-KR" altLang="en-US" sz="1100" dirty="0">
                  <a:ln>
                    <a:solidFill>
                      <a:srgbClr val="97A2AB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70" name="모서리가 둥근 직사각형 69"/>
              <p:cNvSpPr/>
              <p:nvPr/>
            </p:nvSpPr>
            <p:spPr>
              <a:xfrm>
                <a:off x="-2204880" y="7131651"/>
                <a:ext cx="1894380" cy="154207"/>
              </a:xfrm>
              <a:prstGeom prst="roundRect">
                <a:avLst>
                  <a:gd name="adj" fmla="val 10881"/>
                </a:avLst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sz="1000" b="1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입력하세요</a:t>
                </a:r>
              </a:p>
            </p:txBody>
          </p:sp>
          <p:sp>
            <p:nvSpPr>
              <p:cNvPr id="71" name="모서리가 둥근 직사각형 70"/>
              <p:cNvSpPr/>
              <p:nvPr/>
            </p:nvSpPr>
            <p:spPr>
              <a:xfrm>
                <a:off x="-2153768" y="7316242"/>
                <a:ext cx="1843267" cy="287506"/>
              </a:xfrm>
              <a:prstGeom prst="roundRect">
                <a:avLst>
                  <a:gd name="adj" fmla="val 9526"/>
                </a:avLst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85725" lvl="1" indent="-85725" algn="l" fontAlgn="base">
                  <a:spcBef>
                    <a:spcPts val="100"/>
                  </a:spcBef>
                  <a:spcAft>
                    <a:spcPts val="10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5648325" algn="l"/>
                  </a:tabLst>
                </a:pPr>
                <a:r>
                  <a:rPr lang="ko-KR" altLang="en-US" sz="900" spc="-6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  <a:p>
                <a:pPr marL="85725" lvl="1" indent="-85725" algn="l" fontAlgn="base">
                  <a:spcBef>
                    <a:spcPts val="100"/>
                  </a:spcBef>
                  <a:spcAft>
                    <a:spcPts val="10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5648325" algn="l"/>
                  </a:tabLst>
                </a:pPr>
                <a:r>
                  <a:rPr lang="ko-KR" altLang="en-US" sz="900" spc="-6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이렇게</a:t>
                </a: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5739413" y="7303658"/>
              <a:ext cx="1585947" cy="802763"/>
              <a:chOff x="-2257380" y="7101957"/>
              <a:chExt cx="1999384" cy="532173"/>
            </a:xfrm>
          </p:grpSpPr>
          <p:sp>
            <p:nvSpPr>
              <p:cNvPr id="66" name="모서리가 둥근 직사각형 65"/>
              <p:cNvSpPr/>
              <p:nvPr/>
            </p:nvSpPr>
            <p:spPr>
              <a:xfrm>
                <a:off x="-2257380" y="7101957"/>
                <a:ext cx="1999384" cy="532173"/>
              </a:xfrm>
              <a:prstGeom prst="roundRect">
                <a:avLst>
                  <a:gd name="adj" fmla="val 4753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endParaRPr lang="ko-KR" altLang="en-US" sz="1100" dirty="0">
                  <a:ln>
                    <a:solidFill>
                      <a:srgbClr val="97A2AB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67" name="모서리가 둥근 직사각형 66"/>
              <p:cNvSpPr/>
              <p:nvPr/>
            </p:nvSpPr>
            <p:spPr>
              <a:xfrm>
                <a:off x="-2204880" y="7131651"/>
                <a:ext cx="1894380" cy="154207"/>
              </a:xfrm>
              <a:prstGeom prst="roundRect">
                <a:avLst>
                  <a:gd name="adj" fmla="val 10881"/>
                </a:avLst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sz="1000" b="1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입력하세요</a:t>
                </a:r>
              </a:p>
            </p:txBody>
          </p:sp>
          <p:sp>
            <p:nvSpPr>
              <p:cNvPr id="68" name="모서리가 둥근 직사각형 67"/>
              <p:cNvSpPr/>
              <p:nvPr/>
            </p:nvSpPr>
            <p:spPr>
              <a:xfrm>
                <a:off x="-2153768" y="7316242"/>
                <a:ext cx="1843267" cy="287506"/>
              </a:xfrm>
              <a:prstGeom prst="roundRect">
                <a:avLst>
                  <a:gd name="adj" fmla="val 9526"/>
                </a:avLst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85725" lvl="1" indent="-85725" algn="l" fontAlgn="base">
                  <a:spcBef>
                    <a:spcPts val="100"/>
                  </a:spcBef>
                  <a:spcAft>
                    <a:spcPts val="10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5648325" algn="l"/>
                  </a:tabLst>
                </a:pPr>
                <a:r>
                  <a:rPr lang="ko-KR" altLang="en-US" sz="900" spc="-6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  <a:p>
                <a:pPr marL="85725" lvl="1" indent="-85725" algn="l" fontAlgn="base">
                  <a:spcBef>
                    <a:spcPts val="100"/>
                  </a:spcBef>
                  <a:spcAft>
                    <a:spcPts val="10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5648325" algn="l"/>
                  </a:tabLst>
                </a:pPr>
                <a:r>
                  <a:rPr lang="ko-KR" altLang="en-US" sz="900" spc="-6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이렇게</a:t>
                </a:r>
              </a:p>
            </p:txBody>
          </p:sp>
        </p:grpSp>
      </p:grpSp>
      <p:grpSp>
        <p:nvGrpSpPr>
          <p:cNvPr id="78" name="그룹 77"/>
          <p:cNvGrpSpPr/>
          <p:nvPr/>
        </p:nvGrpSpPr>
        <p:grpSpPr>
          <a:xfrm>
            <a:off x="179503" y="6528657"/>
            <a:ext cx="435894" cy="462175"/>
            <a:chOff x="2871536" y="3108092"/>
            <a:chExt cx="229394" cy="2432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9" name="눈물 방울 78">
              <a:extLst>
                <a:ext uri="{FF2B5EF4-FFF2-40B4-BE49-F238E27FC236}">
                  <a16:creationId xmlns:a16="http://schemas.microsoft.com/office/drawing/2014/main" id="{2676B151-ED30-4332-A6D0-6C97932EDB4D}"/>
                </a:ext>
              </a:extLst>
            </p:cNvPr>
            <p:cNvSpPr/>
            <p:nvPr/>
          </p:nvSpPr>
          <p:spPr>
            <a:xfrm flipV="1">
              <a:off x="2871536" y="3108092"/>
              <a:ext cx="225746" cy="225746"/>
            </a:xfrm>
            <a:prstGeom prst="teardrop">
              <a:avLst/>
            </a:prstGeom>
            <a:solidFill>
              <a:srgbClr val="F0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wordArtVertRtl" lIns="0" tIns="0" rIns="0" bIns="25200" rtlCol="0" anchor="ctr"/>
            <a:lstStyle/>
            <a:p>
              <a:pPr algn="ctr"/>
              <a:endParaRPr lang="ko-KR" altLang="en-US" sz="1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80" name="눈물 방울 79">
              <a:extLst>
                <a:ext uri="{FF2B5EF4-FFF2-40B4-BE49-F238E27FC236}">
                  <a16:creationId xmlns:a16="http://schemas.microsoft.com/office/drawing/2014/main" id="{EFC20084-811C-4828-9E54-3F8A4472AF1D}"/>
                </a:ext>
              </a:extLst>
            </p:cNvPr>
            <p:cNvSpPr/>
            <p:nvPr/>
          </p:nvSpPr>
          <p:spPr>
            <a:xfrm>
              <a:off x="2875184" y="3125571"/>
              <a:ext cx="225746" cy="225746"/>
            </a:xfrm>
            <a:prstGeom prst="teardrop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25200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일별</a:t>
              </a: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4072222" y="7934609"/>
            <a:ext cx="3254456" cy="2147026"/>
            <a:chOff x="4072222" y="7934609"/>
            <a:chExt cx="3254456" cy="2147026"/>
          </a:xfrm>
        </p:grpSpPr>
        <p:grpSp>
          <p:nvGrpSpPr>
            <p:cNvPr id="72" name="그룹 71"/>
            <p:cNvGrpSpPr/>
            <p:nvPr/>
          </p:nvGrpSpPr>
          <p:grpSpPr>
            <a:xfrm>
              <a:off x="4072222" y="7934609"/>
              <a:ext cx="3254456" cy="1000614"/>
              <a:chOff x="7993692" y="5876344"/>
              <a:chExt cx="2186955" cy="1000614"/>
            </a:xfrm>
          </p:grpSpPr>
          <p:grpSp>
            <p:nvGrpSpPr>
              <p:cNvPr id="73" name="그룹 72"/>
              <p:cNvGrpSpPr/>
              <p:nvPr/>
            </p:nvGrpSpPr>
            <p:grpSpPr>
              <a:xfrm>
                <a:off x="7993692" y="5876344"/>
                <a:ext cx="2186955" cy="1000614"/>
                <a:chOff x="1820860" y="1773179"/>
                <a:chExt cx="2390661" cy="1000614"/>
              </a:xfrm>
            </p:grpSpPr>
            <p:sp>
              <p:nvSpPr>
                <p:cNvPr id="76" name="모서리가 둥근 직사각형 75"/>
                <p:cNvSpPr/>
                <p:nvPr/>
              </p:nvSpPr>
              <p:spPr>
                <a:xfrm rot="5400000">
                  <a:off x="2651151" y="1215115"/>
                  <a:ext cx="728387" cy="2388969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76200" algn="c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55"/>
                  <a:endParaRPr lang="ko-KR" altLang="en-US" sz="1800">
                    <a:ln>
                      <a:solidFill>
                        <a:srgbClr val="D2DFF1">
                          <a:alpha val="0"/>
                        </a:srgbClr>
                      </a:solidFill>
                    </a:ln>
                  </a:endParaRPr>
                </a:p>
              </p:txBody>
            </p:sp>
            <p:sp>
              <p:nvSpPr>
                <p:cNvPr id="77" name="직사각형 76"/>
                <p:cNvSpPr/>
                <p:nvPr/>
              </p:nvSpPr>
              <p:spPr>
                <a:xfrm>
                  <a:off x="1821529" y="1773179"/>
                  <a:ext cx="2389992" cy="294086"/>
                </a:xfrm>
                <a:prstGeom prst="rect">
                  <a:avLst/>
                </a:prstGeom>
                <a:solidFill>
                  <a:srgbClr val="038ED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indent="-177792" defTabSz="995507" latinLnBrk="0">
                    <a:spcAft>
                      <a:spcPts val="448"/>
                    </a:spcAft>
                    <a:buClr>
                      <a:srgbClr val="0070C0"/>
                    </a:buClr>
                    <a:buSzPct val="80000"/>
                    <a:tabLst>
                      <a:tab pos="5648047" algn="l"/>
                    </a:tabLst>
                  </a:pPr>
                  <a:r>
                    <a:rPr lang="ko-KR" altLang="en-US" sz="1100" spc="-45" dirty="0">
                      <a:ln>
                        <a:solidFill>
                          <a:schemeClr val="accent1">
                            <a:shade val="50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내용을 입력해주세요</a:t>
                  </a:r>
                </a:p>
              </p:txBody>
            </p:sp>
          </p:grpSp>
          <p:sp>
            <p:nvSpPr>
              <p:cNvPr id="74" name="모서리가 둥근 직사각형 73"/>
              <p:cNvSpPr/>
              <p:nvPr/>
            </p:nvSpPr>
            <p:spPr>
              <a:xfrm>
                <a:off x="8051590" y="6256061"/>
                <a:ext cx="2069617" cy="23112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</p:txBody>
          </p:sp>
          <p:sp>
            <p:nvSpPr>
              <p:cNvPr id="75" name="모서리가 둥근 직사각형 74"/>
              <p:cNvSpPr/>
              <p:nvPr/>
            </p:nvSpPr>
            <p:spPr>
              <a:xfrm>
                <a:off x="8051590" y="6557685"/>
                <a:ext cx="2069617" cy="23112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4072222" y="9081021"/>
              <a:ext cx="3254456" cy="1000614"/>
              <a:chOff x="7993692" y="5876344"/>
              <a:chExt cx="2186955" cy="1000614"/>
            </a:xfrm>
          </p:grpSpPr>
          <p:grpSp>
            <p:nvGrpSpPr>
              <p:cNvPr id="82" name="그룹 81"/>
              <p:cNvGrpSpPr/>
              <p:nvPr/>
            </p:nvGrpSpPr>
            <p:grpSpPr>
              <a:xfrm>
                <a:off x="7993692" y="5876344"/>
                <a:ext cx="2186955" cy="1000614"/>
                <a:chOff x="1820860" y="1773179"/>
                <a:chExt cx="2390661" cy="1000614"/>
              </a:xfrm>
            </p:grpSpPr>
            <p:sp>
              <p:nvSpPr>
                <p:cNvPr id="85" name="모서리가 둥근 직사각형 84"/>
                <p:cNvSpPr/>
                <p:nvPr/>
              </p:nvSpPr>
              <p:spPr>
                <a:xfrm rot="5400000">
                  <a:off x="2651151" y="1215115"/>
                  <a:ext cx="728387" cy="2388969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76200" algn="c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55"/>
                  <a:endParaRPr lang="ko-KR" altLang="en-US" sz="1800">
                    <a:ln>
                      <a:solidFill>
                        <a:srgbClr val="D2DFF1">
                          <a:alpha val="0"/>
                        </a:srgbClr>
                      </a:solidFill>
                    </a:ln>
                  </a:endParaRPr>
                </a:p>
              </p:txBody>
            </p:sp>
            <p:sp>
              <p:nvSpPr>
                <p:cNvPr id="86" name="직사각형 85"/>
                <p:cNvSpPr/>
                <p:nvPr/>
              </p:nvSpPr>
              <p:spPr>
                <a:xfrm>
                  <a:off x="1821529" y="1773179"/>
                  <a:ext cx="2389992" cy="294086"/>
                </a:xfrm>
                <a:prstGeom prst="rect">
                  <a:avLst/>
                </a:prstGeom>
                <a:solidFill>
                  <a:srgbClr val="038ED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indent="-177792" defTabSz="995507" latinLnBrk="0">
                    <a:spcAft>
                      <a:spcPts val="448"/>
                    </a:spcAft>
                    <a:buClr>
                      <a:srgbClr val="0070C0"/>
                    </a:buClr>
                    <a:buSzPct val="80000"/>
                    <a:tabLst>
                      <a:tab pos="5648047" algn="l"/>
                    </a:tabLst>
                  </a:pPr>
                  <a:r>
                    <a:rPr lang="ko-KR" altLang="en-US" sz="1100" spc="-45" dirty="0">
                      <a:ln>
                        <a:solidFill>
                          <a:schemeClr val="accent1">
                            <a:shade val="50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내용을 입력해주세요</a:t>
                  </a:r>
                </a:p>
              </p:txBody>
            </p:sp>
          </p:grpSp>
          <p:sp>
            <p:nvSpPr>
              <p:cNvPr id="83" name="모서리가 둥근 직사각형 82"/>
              <p:cNvSpPr/>
              <p:nvPr/>
            </p:nvSpPr>
            <p:spPr>
              <a:xfrm>
                <a:off x="8051590" y="6256061"/>
                <a:ext cx="2069617" cy="23112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</p:txBody>
          </p:sp>
          <p:sp>
            <p:nvSpPr>
              <p:cNvPr id="84" name="모서리가 둥근 직사각형 83"/>
              <p:cNvSpPr/>
              <p:nvPr/>
            </p:nvSpPr>
            <p:spPr>
              <a:xfrm>
                <a:off x="8051590" y="6557685"/>
                <a:ext cx="2069617" cy="23112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</p:txBody>
          </p:sp>
        </p:grpSp>
      </p:grpSp>
      <p:grpSp>
        <p:nvGrpSpPr>
          <p:cNvPr id="87" name="그룹 86"/>
          <p:cNvGrpSpPr/>
          <p:nvPr/>
        </p:nvGrpSpPr>
        <p:grpSpPr>
          <a:xfrm>
            <a:off x="5560493" y="8853061"/>
            <a:ext cx="277914" cy="280693"/>
            <a:chOff x="5242962" y="4116906"/>
            <a:chExt cx="814938" cy="814938"/>
          </a:xfrm>
        </p:grpSpPr>
        <p:sp>
          <p:nvSpPr>
            <p:cNvPr id="88" name="타원 87"/>
            <p:cNvSpPr/>
            <p:nvPr/>
          </p:nvSpPr>
          <p:spPr>
            <a:xfrm>
              <a:off x="5242962" y="4116906"/>
              <a:ext cx="814938" cy="814938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46"/>
            </a:p>
          </p:txBody>
        </p:sp>
        <p:grpSp>
          <p:nvGrpSpPr>
            <p:cNvPr id="89" name="그룹 88"/>
            <p:cNvGrpSpPr/>
            <p:nvPr/>
          </p:nvGrpSpPr>
          <p:grpSpPr>
            <a:xfrm>
              <a:off x="5325512" y="4199456"/>
              <a:ext cx="649838" cy="649838"/>
              <a:chOff x="5300112" y="4174056"/>
              <a:chExt cx="700638" cy="700638"/>
            </a:xfrm>
          </p:grpSpPr>
          <p:sp>
            <p:nvSpPr>
              <p:cNvPr id="90" name="타원 89"/>
              <p:cNvSpPr/>
              <p:nvPr/>
            </p:nvSpPr>
            <p:spPr>
              <a:xfrm>
                <a:off x="5300112" y="4174056"/>
                <a:ext cx="700638" cy="70063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46"/>
              </a:p>
            </p:txBody>
          </p:sp>
          <p:sp>
            <p:nvSpPr>
              <p:cNvPr id="91" name="자유형 90"/>
              <p:cNvSpPr/>
              <p:nvPr/>
            </p:nvSpPr>
            <p:spPr>
              <a:xfrm>
                <a:off x="5442832" y="4342969"/>
                <a:ext cx="415199" cy="415200"/>
              </a:xfrm>
              <a:custGeom>
                <a:avLst/>
                <a:gdLst>
                  <a:gd name="connsiteX0" fmla="*/ 202122 w 502391"/>
                  <a:gd name="connsiteY0" fmla="*/ 0 h 502392"/>
                  <a:gd name="connsiteX1" fmla="*/ 300270 w 502391"/>
                  <a:gd name="connsiteY1" fmla="*/ 0 h 502392"/>
                  <a:gd name="connsiteX2" fmla="*/ 324807 w 502391"/>
                  <a:gd name="connsiteY2" fmla="*/ 24537 h 502392"/>
                  <a:gd name="connsiteX3" fmla="*/ 324807 w 502391"/>
                  <a:gd name="connsiteY3" fmla="*/ 177585 h 502392"/>
                  <a:gd name="connsiteX4" fmla="*/ 477854 w 502391"/>
                  <a:gd name="connsiteY4" fmla="*/ 177585 h 502392"/>
                  <a:gd name="connsiteX5" fmla="*/ 502391 w 502391"/>
                  <a:gd name="connsiteY5" fmla="*/ 202122 h 502392"/>
                  <a:gd name="connsiteX6" fmla="*/ 502391 w 502391"/>
                  <a:gd name="connsiteY6" fmla="*/ 300270 h 502392"/>
                  <a:gd name="connsiteX7" fmla="*/ 477854 w 502391"/>
                  <a:gd name="connsiteY7" fmla="*/ 324807 h 502392"/>
                  <a:gd name="connsiteX8" fmla="*/ 324807 w 502391"/>
                  <a:gd name="connsiteY8" fmla="*/ 324807 h 502392"/>
                  <a:gd name="connsiteX9" fmla="*/ 324807 w 502391"/>
                  <a:gd name="connsiteY9" fmla="*/ 477855 h 502392"/>
                  <a:gd name="connsiteX10" fmla="*/ 300270 w 502391"/>
                  <a:gd name="connsiteY10" fmla="*/ 502392 h 502392"/>
                  <a:gd name="connsiteX11" fmla="*/ 202122 w 502391"/>
                  <a:gd name="connsiteY11" fmla="*/ 502392 h 502392"/>
                  <a:gd name="connsiteX12" fmla="*/ 177585 w 502391"/>
                  <a:gd name="connsiteY12" fmla="*/ 477855 h 502392"/>
                  <a:gd name="connsiteX13" fmla="*/ 177585 w 502391"/>
                  <a:gd name="connsiteY13" fmla="*/ 324807 h 502392"/>
                  <a:gd name="connsiteX14" fmla="*/ 24537 w 502391"/>
                  <a:gd name="connsiteY14" fmla="*/ 324807 h 502392"/>
                  <a:gd name="connsiteX15" fmla="*/ 0 w 502391"/>
                  <a:gd name="connsiteY15" fmla="*/ 300270 h 502392"/>
                  <a:gd name="connsiteX16" fmla="*/ 0 w 502391"/>
                  <a:gd name="connsiteY16" fmla="*/ 202122 h 502392"/>
                  <a:gd name="connsiteX17" fmla="*/ 24537 w 502391"/>
                  <a:gd name="connsiteY17" fmla="*/ 177585 h 502392"/>
                  <a:gd name="connsiteX18" fmla="*/ 177585 w 502391"/>
                  <a:gd name="connsiteY18" fmla="*/ 177585 h 502392"/>
                  <a:gd name="connsiteX19" fmla="*/ 177585 w 502391"/>
                  <a:gd name="connsiteY19" fmla="*/ 24537 h 502392"/>
                  <a:gd name="connsiteX20" fmla="*/ 202122 w 502391"/>
                  <a:gd name="connsiteY20" fmla="*/ 0 h 502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02391" h="502392">
                    <a:moveTo>
                      <a:pt x="202122" y="0"/>
                    </a:moveTo>
                    <a:lnTo>
                      <a:pt x="300270" y="0"/>
                    </a:lnTo>
                    <a:cubicBezTo>
                      <a:pt x="313821" y="0"/>
                      <a:pt x="324807" y="10986"/>
                      <a:pt x="324807" y="24537"/>
                    </a:cubicBezTo>
                    <a:lnTo>
                      <a:pt x="324807" y="177585"/>
                    </a:lnTo>
                    <a:lnTo>
                      <a:pt x="477854" y="177585"/>
                    </a:lnTo>
                    <a:cubicBezTo>
                      <a:pt x="491405" y="177585"/>
                      <a:pt x="502391" y="188571"/>
                      <a:pt x="502391" y="202122"/>
                    </a:cubicBezTo>
                    <a:lnTo>
                      <a:pt x="502391" y="300270"/>
                    </a:lnTo>
                    <a:cubicBezTo>
                      <a:pt x="502391" y="313821"/>
                      <a:pt x="491405" y="324807"/>
                      <a:pt x="477854" y="324807"/>
                    </a:cubicBezTo>
                    <a:lnTo>
                      <a:pt x="324807" y="324807"/>
                    </a:lnTo>
                    <a:lnTo>
                      <a:pt x="324807" y="477855"/>
                    </a:lnTo>
                    <a:cubicBezTo>
                      <a:pt x="324807" y="491406"/>
                      <a:pt x="313821" y="502392"/>
                      <a:pt x="300270" y="502392"/>
                    </a:cubicBezTo>
                    <a:lnTo>
                      <a:pt x="202122" y="502392"/>
                    </a:lnTo>
                    <a:cubicBezTo>
                      <a:pt x="188571" y="502392"/>
                      <a:pt x="177585" y="491406"/>
                      <a:pt x="177585" y="477855"/>
                    </a:cubicBezTo>
                    <a:lnTo>
                      <a:pt x="177585" y="324807"/>
                    </a:lnTo>
                    <a:lnTo>
                      <a:pt x="24537" y="324807"/>
                    </a:lnTo>
                    <a:cubicBezTo>
                      <a:pt x="10986" y="324807"/>
                      <a:pt x="0" y="313821"/>
                      <a:pt x="0" y="300270"/>
                    </a:cubicBezTo>
                    <a:lnTo>
                      <a:pt x="0" y="202122"/>
                    </a:lnTo>
                    <a:cubicBezTo>
                      <a:pt x="0" y="188571"/>
                      <a:pt x="10986" y="177585"/>
                      <a:pt x="24537" y="177585"/>
                    </a:cubicBezTo>
                    <a:lnTo>
                      <a:pt x="177585" y="177585"/>
                    </a:lnTo>
                    <a:lnTo>
                      <a:pt x="177585" y="24537"/>
                    </a:lnTo>
                    <a:cubicBezTo>
                      <a:pt x="177585" y="10986"/>
                      <a:pt x="188571" y="0"/>
                      <a:pt x="202122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46"/>
              </a:p>
            </p:txBody>
          </p:sp>
          <p:sp>
            <p:nvSpPr>
              <p:cNvPr id="92" name="자유형 91"/>
              <p:cNvSpPr/>
              <p:nvPr/>
            </p:nvSpPr>
            <p:spPr>
              <a:xfrm>
                <a:off x="5442832" y="4316776"/>
                <a:ext cx="415199" cy="415200"/>
              </a:xfrm>
              <a:custGeom>
                <a:avLst/>
                <a:gdLst>
                  <a:gd name="connsiteX0" fmla="*/ 202122 w 502391"/>
                  <a:gd name="connsiteY0" fmla="*/ 0 h 502392"/>
                  <a:gd name="connsiteX1" fmla="*/ 300270 w 502391"/>
                  <a:gd name="connsiteY1" fmla="*/ 0 h 502392"/>
                  <a:gd name="connsiteX2" fmla="*/ 324807 w 502391"/>
                  <a:gd name="connsiteY2" fmla="*/ 24537 h 502392"/>
                  <a:gd name="connsiteX3" fmla="*/ 324807 w 502391"/>
                  <a:gd name="connsiteY3" fmla="*/ 177585 h 502392"/>
                  <a:gd name="connsiteX4" fmla="*/ 477854 w 502391"/>
                  <a:gd name="connsiteY4" fmla="*/ 177585 h 502392"/>
                  <a:gd name="connsiteX5" fmla="*/ 502391 w 502391"/>
                  <a:gd name="connsiteY5" fmla="*/ 202122 h 502392"/>
                  <a:gd name="connsiteX6" fmla="*/ 502391 w 502391"/>
                  <a:gd name="connsiteY6" fmla="*/ 300270 h 502392"/>
                  <a:gd name="connsiteX7" fmla="*/ 477854 w 502391"/>
                  <a:gd name="connsiteY7" fmla="*/ 324807 h 502392"/>
                  <a:gd name="connsiteX8" fmla="*/ 324807 w 502391"/>
                  <a:gd name="connsiteY8" fmla="*/ 324807 h 502392"/>
                  <a:gd name="connsiteX9" fmla="*/ 324807 w 502391"/>
                  <a:gd name="connsiteY9" fmla="*/ 477855 h 502392"/>
                  <a:gd name="connsiteX10" fmla="*/ 300270 w 502391"/>
                  <a:gd name="connsiteY10" fmla="*/ 502392 h 502392"/>
                  <a:gd name="connsiteX11" fmla="*/ 202122 w 502391"/>
                  <a:gd name="connsiteY11" fmla="*/ 502392 h 502392"/>
                  <a:gd name="connsiteX12" fmla="*/ 177585 w 502391"/>
                  <a:gd name="connsiteY12" fmla="*/ 477855 h 502392"/>
                  <a:gd name="connsiteX13" fmla="*/ 177585 w 502391"/>
                  <a:gd name="connsiteY13" fmla="*/ 324807 h 502392"/>
                  <a:gd name="connsiteX14" fmla="*/ 24537 w 502391"/>
                  <a:gd name="connsiteY14" fmla="*/ 324807 h 502392"/>
                  <a:gd name="connsiteX15" fmla="*/ 0 w 502391"/>
                  <a:gd name="connsiteY15" fmla="*/ 300270 h 502392"/>
                  <a:gd name="connsiteX16" fmla="*/ 0 w 502391"/>
                  <a:gd name="connsiteY16" fmla="*/ 202122 h 502392"/>
                  <a:gd name="connsiteX17" fmla="*/ 24537 w 502391"/>
                  <a:gd name="connsiteY17" fmla="*/ 177585 h 502392"/>
                  <a:gd name="connsiteX18" fmla="*/ 177585 w 502391"/>
                  <a:gd name="connsiteY18" fmla="*/ 177585 h 502392"/>
                  <a:gd name="connsiteX19" fmla="*/ 177585 w 502391"/>
                  <a:gd name="connsiteY19" fmla="*/ 24537 h 502392"/>
                  <a:gd name="connsiteX20" fmla="*/ 202122 w 502391"/>
                  <a:gd name="connsiteY20" fmla="*/ 0 h 502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02391" h="502392">
                    <a:moveTo>
                      <a:pt x="202122" y="0"/>
                    </a:moveTo>
                    <a:lnTo>
                      <a:pt x="300270" y="0"/>
                    </a:lnTo>
                    <a:cubicBezTo>
                      <a:pt x="313821" y="0"/>
                      <a:pt x="324807" y="10986"/>
                      <a:pt x="324807" y="24537"/>
                    </a:cubicBezTo>
                    <a:lnTo>
                      <a:pt x="324807" y="177585"/>
                    </a:lnTo>
                    <a:lnTo>
                      <a:pt x="477854" y="177585"/>
                    </a:lnTo>
                    <a:cubicBezTo>
                      <a:pt x="491405" y="177585"/>
                      <a:pt x="502391" y="188571"/>
                      <a:pt x="502391" y="202122"/>
                    </a:cubicBezTo>
                    <a:lnTo>
                      <a:pt x="502391" y="300270"/>
                    </a:lnTo>
                    <a:cubicBezTo>
                      <a:pt x="502391" y="313821"/>
                      <a:pt x="491405" y="324807"/>
                      <a:pt x="477854" y="324807"/>
                    </a:cubicBezTo>
                    <a:lnTo>
                      <a:pt x="324807" y="324807"/>
                    </a:lnTo>
                    <a:lnTo>
                      <a:pt x="324807" y="477855"/>
                    </a:lnTo>
                    <a:cubicBezTo>
                      <a:pt x="324807" y="491406"/>
                      <a:pt x="313821" y="502392"/>
                      <a:pt x="300270" y="502392"/>
                    </a:cubicBezTo>
                    <a:lnTo>
                      <a:pt x="202122" y="502392"/>
                    </a:lnTo>
                    <a:cubicBezTo>
                      <a:pt x="188571" y="502392"/>
                      <a:pt x="177585" y="491406"/>
                      <a:pt x="177585" y="477855"/>
                    </a:cubicBezTo>
                    <a:lnTo>
                      <a:pt x="177585" y="324807"/>
                    </a:lnTo>
                    <a:lnTo>
                      <a:pt x="24537" y="324807"/>
                    </a:lnTo>
                    <a:cubicBezTo>
                      <a:pt x="10986" y="324807"/>
                      <a:pt x="0" y="313821"/>
                      <a:pt x="0" y="300270"/>
                    </a:cubicBezTo>
                    <a:lnTo>
                      <a:pt x="0" y="202122"/>
                    </a:lnTo>
                    <a:cubicBezTo>
                      <a:pt x="0" y="188571"/>
                      <a:pt x="10986" y="177585"/>
                      <a:pt x="24537" y="177585"/>
                    </a:cubicBezTo>
                    <a:lnTo>
                      <a:pt x="177585" y="177585"/>
                    </a:lnTo>
                    <a:lnTo>
                      <a:pt x="177585" y="24537"/>
                    </a:lnTo>
                    <a:cubicBezTo>
                      <a:pt x="177585" y="10986"/>
                      <a:pt x="188571" y="0"/>
                      <a:pt x="202122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46"/>
              </a:p>
            </p:txBody>
          </p:sp>
        </p:grpSp>
      </p:grpSp>
      <p:sp>
        <p:nvSpPr>
          <p:cNvPr id="93" name="순서도: 수동 입력 9"/>
          <p:cNvSpPr/>
          <p:nvPr/>
        </p:nvSpPr>
        <p:spPr>
          <a:xfrm rot="16200000" flipH="1">
            <a:off x="3503855" y="6601751"/>
            <a:ext cx="298072" cy="34146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758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758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7581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7581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4" name="그룹 3"/>
          <p:cNvGrpSpPr/>
          <p:nvPr/>
        </p:nvGrpSpPr>
        <p:grpSpPr>
          <a:xfrm>
            <a:off x="3968454" y="6621137"/>
            <a:ext cx="3456210" cy="302132"/>
            <a:chOff x="3968454" y="6621137"/>
            <a:chExt cx="3456210" cy="302132"/>
          </a:xfrm>
        </p:grpSpPr>
        <p:sp>
          <p:nvSpPr>
            <p:cNvPr id="50" name="직사각형 49"/>
            <p:cNvSpPr/>
            <p:nvPr/>
          </p:nvSpPr>
          <p:spPr>
            <a:xfrm>
              <a:off x="3968454" y="6621137"/>
              <a:ext cx="3456210" cy="302132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ffectLst>
              <a:outerShdw dist="38100" dir="5400000" algn="t" rotWithShape="0">
                <a:srgbClr val="7F8FA5">
                  <a:alpha val="2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995507"/>
              <a:endParaRPr lang="ko-KR" altLang="en-US" sz="1600">
                <a:ln>
                  <a:solidFill>
                    <a:prstClr val="white">
                      <a:alpha val="0"/>
                    </a:prstClr>
                  </a:solidFill>
                </a:ln>
              </a:endParaRPr>
            </a:p>
          </p:txBody>
        </p:sp>
        <p:sp>
          <p:nvSpPr>
            <p:cNvPr id="51" name="사각형: 둥근 모서리 168">
              <a:extLst>
                <a:ext uri="{FF2B5EF4-FFF2-40B4-BE49-F238E27FC236}">
                  <a16:creationId xmlns:a16="http://schemas.microsoft.com/office/drawing/2014/main" id="{5281044B-404C-4CB1-AABB-3011D212AFA4}"/>
                </a:ext>
              </a:extLst>
            </p:cNvPr>
            <p:cNvSpPr/>
            <p:nvPr/>
          </p:nvSpPr>
          <p:spPr>
            <a:xfrm>
              <a:off x="4623619" y="6651454"/>
              <a:ext cx="2164532" cy="2468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bIns="72000" rtlCol="0" anchor="ctr">
              <a:noAutofit/>
            </a:bodyPr>
            <a:lstStyle/>
            <a:p>
              <a:pPr latinLnBrk="0">
                <a:spcAft>
                  <a:spcPts val="448"/>
                </a:spcAft>
                <a:buClr>
                  <a:srgbClr val="0070C0"/>
                </a:buClr>
                <a:buSzPct val="140000"/>
                <a:tabLst>
                  <a:tab pos="5065983" algn="l"/>
                </a:tabLst>
                <a:defRPr/>
              </a:pPr>
              <a:r>
                <a:rPr lang="ko-KR" altLang="en-US" sz="1200" spc="-45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내용을 입력해주세요</a:t>
              </a:r>
            </a:p>
          </p:txBody>
        </p:sp>
        <p:sp>
          <p:nvSpPr>
            <p:cNvPr id="94" name="순서도: 수동 입력 9"/>
            <p:cNvSpPr/>
            <p:nvPr/>
          </p:nvSpPr>
          <p:spPr>
            <a:xfrm rot="16200000" flipH="1">
              <a:off x="7101792" y="6601753"/>
              <a:ext cx="298072" cy="341469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7581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758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7581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7581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62592" y="2574330"/>
            <a:ext cx="7062073" cy="3475228"/>
            <a:chOff x="362592" y="2847286"/>
            <a:chExt cx="7062073" cy="3475228"/>
          </a:xfrm>
        </p:grpSpPr>
        <p:sp>
          <p:nvSpPr>
            <p:cNvPr id="96" name="모서리가 둥근 직사각형 95"/>
            <p:cNvSpPr/>
            <p:nvPr/>
          </p:nvSpPr>
          <p:spPr>
            <a:xfrm rot="5400000">
              <a:off x="2160716" y="1054797"/>
              <a:ext cx="3471460" cy="70564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5"/>
              <a:endParaRPr lang="ko-KR" altLang="en-US" sz="1100">
                <a:ln>
                  <a:solidFill>
                    <a:prstClr val="white">
                      <a:alpha val="0"/>
                    </a:prstClr>
                  </a:solidFill>
                </a:ln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722577" y="2968062"/>
              <a:ext cx="649174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1600" spc="-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강조 내용을 입력해주세요 </a:t>
              </a:r>
              <a:r>
                <a:rPr lang="en-US" altLang="ko-KR" sz="1600" spc="-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0000 </a:t>
              </a:r>
              <a:r>
                <a:rPr lang="ko-KR" altLang="en-US" sz="1600" spc="-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입니다</a:t>
              </a:r>
              <a:r>
                <a:rPr lang="en-US" altLang="ko-KR" sz="1600" spc="-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.</a:t>
              </a:r>
            </a:p>
          </p:txBody>
        </p:sp>
        <p:grpSp>
          <p:nvGrpSpPr>
            <p:cNvPr id="98" name="그룹 97"/>
            <p:cNvGrpSpPr/>
            <p:nvPr/>
          </p:nvGrpSpPr>
          <p:grpSpPr>
            <a:xfrm>
              <a:off x="362592" y="5240354"/>
              <a:ext cx="7062071" cy="1082160"/>
              <a:chOff x="362592" y="5078384"/>
              <a:chExt cx="7062071" cy="1082160"/>
            </a:xfrm>
          </p:grpSpPr>
          <p:grpSp>
            <p:nvGrpSpPr>
              <p:cNvPr id="99" name="그룹 98"/>
              <p:cNvGrpSpPr/>
              <p:nvPr/>
            </p:nvGrpSpPr>
            <p:grpSpPr>
              <a:xfrm>
                <a:off x="559569" y="5078384"/>
                <a:ext cx="2992900" cy="324897"/>
                <a:chOff x="1004435" y="4950792"/>
                <a:chExt cx="2992900" cy="324897"/>
              </a:xfrm>
            </p:grpSpPr>
            <p:pic>
              <p:nvPicPr>
                <p:cNvPr id="110" name="Picture 2">
                  <a:extLst>
                    <a:ext uri="{FF2B5EF4-FFF2-40B4-BE49-F238E27FC236}">
                      <a16:creationId xmlns:a16="http://schemas.microsoft.com/office/drawing/2014/main" id="{BA7A2352-BE49-4F5B-B49B-6AE4B9298CB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 bwMode="auto">
                <a:xfrm>
                  <a:off x="1004435" y="4950792"/>
                  <a:ext cx="620318" cy="2627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</p:pic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F1757139-09CB-4E73-8C9F-84EFCBD231AE}"/>
                    </a:ext>
                  </a:extLst>
                </p:cNvPr>
                <p:cNvSpPr txBox="1"/>
                <p:nvPr/>
              </p:nvSpPr>
              <p:spPr>
                <a:xfrm>
                  <a:off x="1621071" y="4998690"/>
                  <a:ext cx="237626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defTabSz="457200" fontAlgn="auto" latinLnBrk="0">
                    <a:spcBef>
                      <a:spcPts val="0"/>
                    </a:spcBef>
                    <a:spcAft>
                      <a:spcPts val="0"/>
                    </a:spcAft>
                    <a:buClrTx/>
                    <a:buFontTx/>
                    <a:buNone/>
                  </a:pPr>
                  <a:r>
                    <a:rPr kumimoji="0" lang="en-US" altLang="ko-KR" sz="1200" b="1" dirty="0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‘</a:t>
                  </a:r>
                  <a:r>
                    <a:rPr kumimoji="0" lang="ko-KR" altLang="en-US" sz="1200" b="1" dirty="0" err="1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큐톤</a:t>
                  </a:r>
                  <a:r>
                    <a:rPr kumimoji="0" lang="ko-KR" altLang="en-US" sz="1200" b="1" dirty="0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 광고</a:t>
                  </a:r>
                  <a:r>
                    <a:rPr kumimoji="0" lang="en-US" altLang="ko-KR" sz="1200" b="1" dirty="0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’ </a:t>
                  </a:r>
                  <a:r>
                    <a:rPr kumimoji="0" lang="ko-KR" altLang="en-US" sz="1200" b="1" dirty="0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란</a:t>
                  </a:r>
                  <a:r>
                    <a:rPr kumimoji="0" lang="en-US" altLang="ko-KR" sz="1200" b="1" dirty="0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?</a:t>
                  </a:r>
                  <a:endParaRPr kumimoji="0" lang="ko-KR" altLang="en-US" sz="1200" dirty="0">
                    <a:gradFill>
                      <a:gsLst>
                        <a:gs pos="83000">
                          <a:srgbClr val="E7E6E6">
                            <a:lumMod val="25000"/>
                          </a:srgbClr>
                        </a:gs>
                        <a:gs pos="100000">
                          <a:srgbClr val="E7E6E6">
                            <a:lumMod val="25000"/>
                          </a:srgbClr>
                        </a:gs>
                      </a:gsLst>
                      <a:lin ang="54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  <p:grpSp>
            <p:nvGrpSpPr>
              <p:cNvPr id="100" name="그룹 99"/>
              <p:cNvGrpSpPr/>
              <p:nvPr/>
            </p:nvGrpSpPr>
            <p:grpSpPr>
              <a:xfrm>
                <a:off x="362592" y="5445273"/>
                <a:ext cx="7062071" cy="715271"/>
                <a:chOff x="354728" y="5301626"/>
                <a:chExt cx="7062071" cy="782281"/>
              </a:xfrm>
            </p:grpSpPr>
            <p:sp>
              <p:nvSpPr>
                <p:cNvPr id="108" name="모서리가 둥근 직사각형 107"/>
                <p:cNvSpPr/>
                <p:nvPr/>
              </p:nvSpPr>
              <p:spPr bwMode="auto">
                <a:xfrm>
                  <a:off x="354728" y="5301626"/>
                  <a:ext cx="7062071" cy="782281"/>
                </a:xfrm>
                <a:prstGeom prst="roundRect">
                  <a:avLst>
                    <a:gd name="adj" fmla="val 0"/>
                  </a:avLst>
                </a:prstGeom>
                <a:solidFill>
                  <a:srgbClr val="EAEAEA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36625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549E"/>
                    </a:buClr>
                    <a:buSzTx/>
                    <a:buFont typeface="Wingdings" pitchFamily="2" charset="2"/>
                    <a:buNone/>
                    <a:tabLst/>
                  </a:pPr>
                  <a:endParaRPr kumimoji="1" lang="ko-KR" altLang="en-US" sz="9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E9BAD4E2-8C4C-4FD3-8859-9E0213EA31E1}"/>
                    </a:ext>
                  </a:extLst>
                </p:cNvPr>
                <p:cNvSpPr txBox="1"/>
                <p:nvPr/>
              </p:nvSpPr>
              <p:spPr>
                <a:xfrm>
                  <a:off x="465224" y="5361633"/>
                  <a:ext cx="3181559" cy="676587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l" defTabSz="457200" fontAlgn="auto" latinLnBrk="0">
                    <a:lnSpc>
                      <a:spcPct val="114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FontTx/>
                    <a:buNone/>
                  </a:pPr>
                  <a:r>
                    <a:rPr kumimoji="0" lang="ko-KR" altLang="en-US" sz="1000" b="1" spc="-20" dirty="0">
                      <a:gradFill>
                        <a:gsLst>
                          <a:gs pos="83000">
                            <a:prstClr val="black">
                              <a:lumMod val="65000"/>
                              <a:lumOff val="35000"/>
                            </a:prstClr>
                          </a:gs>
                          <a:gs pos="100000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내용을 입력해주세요</a:t>
                  </a:r>
                  <a:br>
                    <a:rPr kumimoji="0" lang="en-US" altLang="ko-KR" sz="1000" b="1" spc="-20" dirty="0">
                      <a:gradFill>
                        <a:gsLst>
                          <a:gs pos="83000">
                            <a:prstClr val="black">
                              <a:lumMod val="65000"/>
                              <a:lumOff val="35000"/>
                            </a:prstClr>
                          </a:gs>
                          <a:gs pos="100000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</a:br>
                  <a:r>
                    <a:rPr kumimoji="0" lang="ko-KR" altLang="en-US" sz="1000" b="1" spc="-20" dirty="0">
                      <a:gradFill>
                        <a:gsLst>
                          <a:gs pos="83000">
                            <a:prstClr val="black">
                              <a:lumMod val="65000"/>
                              <a:lumOff val="35000"/>
                            </a:prstClr>
                          </a:gs>
                          <a:gs pos="100000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내용을 입력해주세요</a:t>
                  </a:r>
                  <a:br>
                    <a:rPr kumimoji="0" lang="en-US" altLang="ko-KR" sz="1000" b="1" spc="-20" dirty="0">
                      <a:gradFill>
                        <a:gsLst>
                          <a:gs pos="83000">
                            <a:prstClr val="black">
                              <a:lumMod val="65000"/>
                              <a:lumOff val="35000"/>
                            </a:prstClr>
                          </a:gs>
                          <a:gs pos="100000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</a:br>
                  <a:r>
                    <a:rPr kumimoji="0" lang="ko-KR" altLang="en-US" sz="1000" b="1" spc="-20" dirty="0">
                      <a:gradFill>
                        <a:gsLst>
                          <a:gs pos="83000">
                            <a:prstClr val="black">
                              <a:lumMod val="65000"/>
                              <a:lumOff val="35000"/>
                            </a:prstClr>
                          </a:gs>
                          <a:gs pos="100000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내용을 입력해주세요</a:t>
                  </a:r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6DB4FA67-104C-41D4-B2A0-C599C722D60F}"/>
                  </a:ext>
                </a:extLst>
              </p:cNvPr>
              <p:cNvGrpSpPr/>
              <p:nvPr/>
            </p:nvGrpSpPr>
            <p:grpSpPr>
              <a:xfrm>
                <a:off x="3517946" y="5207234"/>
                <a:ext cx="3817217" cy="886251"/>
                <a:chOff x="517531" y="3342545"/>
                <a:chExt cx="3158854" cy="1008638"/>
              </a:xfrm>
            </p:grpSpPr>
            <p:sp>
              <p:nvSpPr>
                <p:cNvPr id="102" name="AutoShape 31">
                  <a:extLst>
                    <a:ext uri="{FF2B5EF4-FFF2-40B4-BE49-F238E27FC236}">
                      <a16:creationId xmlns:a16="http://schemas.microsoft.com/office/drawing/2014/main" id="{D24E7D98-6BCD-4C3C-ABE6-CE152CA5C6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531" y="3349413"/>
                  <a:ext cx="992008" cy="1001770"/>
                </a:xfrm>
                <a:prstGeom prst="homePlate">
                  <a:avLst>
                    <a:gd name="adj" fmla="val 0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7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6774" tIns="53387" rIns="106774" bIns="53387" rtlCol="0" anchor="ctr"/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  <a:buNone/>
                    <a:defRPr/>
                  </a:pPr>
                  <a:endParaRPr kumimoji="1" lang="ko-KR" altLang="en-US" sz="1050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03" name="Rectangle 37">
                  <a:extLst>
                    <a:ext uri="{FF2B5EF4-FFF2-40B4-BE49-F238E27FC236}">
                      <a16:creationId xmlns:a16="http://schemas.microsoft.com/office/drawing/2014/main" id="{078449D1-327F-4154-B85D-70F4ED17CC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0110" y="3342545"/>
                  <a:ext cx="993869" cy="258574"/>
                </a:xfrm>
                <a:prstGeom prst="rect">
                  <a:avLst/>
                </a:prstGeom>
                <a:solidFill>
                  <a:srgbClr val="7F7F7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lIns="108000" tIns="72000" rIns="108000" rtlCol="0" anchor="ctr"/>
                <a:lstStyle/>
                <a:p>
                  <a:pPr latinLnBrk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</a:pPr>
                  <a:r>
                    <a:rPr lang="ko-KR" altLang="en-US" sz="1100" b="1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내용입력</a:t>
                  </a:r>
                  <a:endParaRPr lang="ko-KR" altLang="en-US" sz="11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04" name="AutoShape 31">
                  <a:extLst>
                    <a:ext uri="{FF2B5EF4-FFF2-40B4-BE49-F238E27FC236}">
                      <a16:creationId xmlns:a16="http://schemas.microsoft.com/office/drawing/2014/main" id="{A9768740-7A3D-47FB-B926-8C6D484853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4064" y="3349413"/>
                  <a:ext cx="992008" cy="1001770"/>
                </a:xfrm>
                <a:prstGeom prst="homePlate">
                  <a:avLst>
                    <a:gd name="adj" fmla="val 0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7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6774" tIns="53387" rIns="106774" bIns="53387" rtlCol="0" anchor="ctr"/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  <a:buNone/>
                    <a:defRPr/>
                  </a:pPr>
                  <a:endParaRPr kumimoji="1" lang="ko-KR" altLang="en-US" sz="1050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05" name="Rectangle 37">
                  <a:extLst>
                    <a:ext uri="{FF2B5EF4-FFF2-40B4-BE49-F238E27FC236}">
                      <a16:creationId xmlns:a16="http://schemas.microsoft.com/office/drawing/2014/main" id="{0112BD2B-6049-4EA7-84A1-152A7B4833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643" y="3342545"/>
                  <a:ext cx="993869" cy="258574"/>
                </a:xfrm>
                <a:prstGeom prst="rect">
                  <a:avLst/>
                </a:prstGeom>
                <a:solidFill>
                  <a:srgbClr val="7F7F7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lIns="108000" tIns="72000" rIns="108000" rtlCol="0" anchor="ctr"/>
                <a:lstStyle/>
                <a:p>
                  <a:pPr latinLnBrk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</a:pPr>
                  <a:r>
                    <a:rPr lang="ko-KR" altLang="en-US" sz="1100" b="1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내용입력</a:t>
                  </a:r>
                  <a:endParaRPr lang="ko-KR" altLang="en-US" sz="11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06" name="AutoShape 31">
                  <a:extLst>
                    <a:ext uri="{FF2B5EF4-FFF2-40B4-BE49-F238E27FC236}">
                      <a16:creationId xmlns:a16="http://schemas.microsoft.com/office/drawing/2014/main" id="{A9768740-7A3D-47FB-B926-8C6D484853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79937" y="3349413"/>
                  <a:ext cx="992008" cy="1001770"/>
                </a:xfrm>
                <a:prstGeom prst="homePlate">
                  <a:avLst>
                    <a:gd name="adj" fmla="val 0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7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6774" tIns="53387" rIns="106774" bIns="53387" rtlCol="0" anchor="ctr"/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  <a:buNone/>
                    <a:defRPr/>
                  </a:pPr>
                  <a:endParaRPr kumimoji="1" lang="ko-KR" altLang="en-US" sz="1050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07" name="Rectangle 37">
                  <a:extLst>
                    <a:ext uri="{FF2B5EF4-FFF2-40B4-BE49-F238E27FC236}">
                      <a16:creationId xmlns:a16="http://schemas.microsoft.com/office/drawing/2014/main" id="{0112BD2B-6049-4EA7-84A1-152A7B4833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2516" y="3342545"/>
                  <a:ext cx="993869" cy="258574"/>
                </a:xfrm>
                <a:prstGeom prst="rect">
                  <a:avLst/>
                </a:prstGeom>
                <a:solidFill>
                  <a:srgbClr val="7F7F7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lIns="108000" tIns="72000" rIns="108000" rtlCol="0" anchor="ctr"/>
                <a:lstStyle/>
                <a:p>
                  <a:pPr latinLnBrk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</a:pPr>
                  <a:r>
                    <a:rPr lang="ko-KR" altLang="en-US" sz="1100" b="1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내용입력</a:t>
                  </a:r>
                  <a:endParaRPr lang="ko-KR" altLang="en-US" sz="11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</p:grpSp>
        <p:grpSp>
          <p:nvGrpSpPr>
            <p:cNvPr id="132" name="그룹 131"/>
            <p:cNvGrpSpPr/>
            <p:nvPr/>
          </p:nvGrpSpPr>
          <p:grpSpPr>
            <a:xfrm>
              <a:off x="448747" y="3510434"/>
              <a:ext cx="6875627" cy="1630630"/>
              <a:chOff x="448747" y="3329044"/>
              <a:chExt cx="6875627" cy="1630630"/>
            </a:xfrm>
          </p:grpSpPr>
          <p:pic>
            <p:nvPicPr>
              <p:cNvPr id="133" name="Picture 222" descr="그림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4833"/>
              <a:stretch>
                <a:fillRect/>
              </a:stretch>
            </p:blipFill>
            <p:spPr bwMode="auto">
              <a:xfrm>
                <a:off x="448747" y="3944636"/>
                <a:ext cx="6875627" cy="1015038"/>
              </a:xfrm>
              <a:prstGeom prst="rect">
                <a:avLst/>
              </a:prstGeom>
              <a:solidFill>
                <a:srgbClr val="005AA9"/>
              </a:solidFill>
              <a:ln w="9525"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4" name="그림 133">
                <a:extLst>
                  <a:ext uri="{FF2B5EF4-FFF2-40B4-BE49-F238E27FC236}">
                    <a16:creationId xmlns:a16="http://schemas.microsoft.com/office/drawing/2014/main" id="{892EAF51-8744-4D22-BBE3-D90C6A230A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4711" t="25872" r="22764" b="39372"/>
              <a:stretch/>
            </p:blipFill>
            <p:spPr>
              <a:xfrm>
                <a:off x="2983585" y="3329044"/>
                <a:ext cx="1825721" cy="132854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5" name="그림 134">
                <a:extLst>
                  <a:ext uri="{FF2B5EF4-FFF2-40B4-BE49-F238E27FC236}">
                    <a16:creationId xmlns:a16="http://schemas.microsoft.com/office/drawing/2014/main" id="{892EAF51-8744-4D22-BBE3-D90C6A230A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4711" t="25872" r="22764" b="39372"/>
              <a:stretch/>
            </p:blipFill>
            <p:spPr>
              <a:xfrm>
                <a:off x="926119" y="3497856"/>
                <a:ext cx="1593735" cy="115973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6" name="그림 135">
                <a:extLst>
                  <a:ext uri="{FF2B5EF4-FFF2-40B4-BE49-F238E27FC236}">
                    <a16:creationId xmlns:a16="http://schemas.microsoft.com/office/drawing/2014/main" id="{892EAF51-8744-4D22-BBE3-D90C6A230A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4711" t="25872" r="22764" b="39372"/>
              <a:stretch/>
            </p:blipFill>
            <p:spPr>
              <a:xfrm>
                <a:off x="5273036" y="3497856"/>
                <a:ext cx="1593735" cy="115973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grpSp>
        <p:nvGrpSpPr>
          <p:cNvPr id="138" name="그룹 137"/>
          <p:cNvGrpSpPr/>
          <p:nvPr/>
        </p:nvGrpSpPr>
        <p:grpSpPr>
          <a:xfrm>
            <a:off x="360363" y="2282760"/>
            <a:ext cx="7064301" cy="302132"/>
            <a:chOff x="3968454" y="6621137"/>
            <a:chExt cx="3456210" cy="302132"/>
          </a:xfrm>
        </p:grpSpPr>
        <p:sp>
          <p:nvSpPr>
            <p:cNvPr id="139" name="직사각형 138"/>
            <p:cNvSpPr/>
            <p:nvPr/>
          </p:nvSpPr>
          <p:spPr>
            <a:xfrm>
              <a:off x="3968454" y="6621137"/>
              <a:ext cx="3456210" cy="302132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08000" tIns="72000" rIns="108000" rtlCol="0" anchor="ctr"/>
            <a:lstStyle/>
            <a:p>
              <a:pPr latinLnBrk="0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788BB9"/>
                </a:buClr>
                <a:buSzPct val="60000"/>
              </a:pPr>
              <a:endParaRPr lang="ko-KR" altLang="en-US" sz="11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40" name="사각형: 둥근 모서리 168">
              <a:extLst>
                <a:ext uri="{FF2B5EF4-FFF2-40B4-BE49-F238E27FC236}">
                  <a16:creationId xmlns:a16="http://schemas.microsoft.com/office/drawing/2014/main" id="{5281044B-404C-4CB1-AABB-3011D212AFA4}"/>
                </a:ext>
              </a:extLst>
            </p:cNvPr>
            <p:cNvSpPr/>
            <p:nvPr/>
          </p:nvSpPr>
          <p:spPr>
            <a:xfrm>
              <a:off x="4623619" y="6651454"/>
              <a:ext cx="2164532" cy="2468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bIns="72000" rtlCol="0" anchor="ctr">
              <a:noAutofit/>
            </a:bodyPr>
            <a:lstStyle/>
            <a:p>
              <a:pPr latinLnBrk="0">
                <a:spcAft>
                  <a:spcPts val="448"/>
                </a:spcAft>
                <a:buClr>
                  <a:srgbClr val="0070C0"/>
                </a:buClr>
                <a:buSzPct val="140000"/>
                <a:tabLst>
                  <a:tab pos="5065983" algn="l"/>
                </a:tabLst>
                <a:defRPr/>
              </a:pPr>
              <a:r>
                <a:rPr lang="ko-KR" altLang="en-US" sz="1200" spc="-45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내용을 입력해주세요</a:t>
              </a:r>
            </a:p>
          </p:txBody>
        </p:sp>
        <p:sp>
          <p:nvSpPr>
            <p:cNvPr id="141" name="순서도: 수동 입력 9"/>
            <p:cNvSpPr/>
            <p:nvPr/>
          </p:nvSpPr>
          <p:spPr>
            <a:xfrm rot="16200000" flipH="1">
              <a:off x="7101792" y="6601753"/>
              <a:ext cx="298072" cy="341469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7581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758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7581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7581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111" name="그룹 110"/>
          <p:cNvGrpSpPr/>
          <p:nvPr/>
        </p:nvGrpSpPr>
        <p:grpSpPr>
          <a:xfrm>
            <a:off x="317500" y="1345878"/>
            <a:ext cx="7099288" cy="624935"/>
            <a:chOff x="357249" y="1406962"/>
            <a:chExt cx="7059549" cy="624935"/>
          </a:xfrm>
        </p:grpSpPr>
        <p:pic>
          <p:nvPicPr>
            <p:cNvPr id="112" name="Picture 72" descr="악세사리">
              <a:extLst>
                <a:ext uri="{FF2B5EF4-FFF2-40B4-BE49-F238E27FC236}">
                  <a16:creationId xmlns:a16="http://schemas.microsoft.com/office/drawing/2014/main" id="{A4381122-A4C9-4515-BD56-FEF3C55002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V="1">
              <a:off x="941947" y="1820042"/>
              <a:ext cx="4950066" cy="211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3" name="그룹 112"/>
            <p:cNvGrpSpPr/>
            <p:nvPr/>
          </p:nvGrpSpPr>
          <p:grpSpPr>
            <a:xfrm>
              <a:off x="408022" y="1461391"/>
              <a:ext cx="7008776" cy="365439"/>
              <a:chOff x="740964" y="2121706"/>
              <a:chExt cx="7518971" cy="332217"/>
            </a:xfrm>
          </p:grpSpPr>
          <p:sp>
            <p:nvSpPr>
              <p:cNvPr id="118" name="모서리가 둥근 직사각형 117"/>
              <p:cNvSpPr/>
              <p:nvPr/>
            </p:nvSpPr>
            <p:spPr>
              <a:xfrm>
                <a:off x="740964" y="2159488"/>
                <a:ext cx="7518971" cy="29443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8100" dist="12700" dir="5400000" algn="t" rotWithShape="0">
                  <a:prstClr val="black">
                    <a:alpha val="3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233135" bIns="0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6350"/>
                </a:sp3d>
              </a:bodyPr>
              <a:lstStyle/>
              <a:p>
                <a:pPr algn="ctr"/>
                <a:endParaRPr lang="ko-KR" altLang="en-US" sz="1943" spc="-3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19" name="모서리가 둥근 직사각형 118"/>
              <p:cNvSpPr/>
              <p:nvPr/>
            </p:nvSpPr>
            <p:spPr>
              <a:xfrm>
                <a:off x="740964" y="2121706"/>
                <a:ext cx="7518971" cy="300353"/>
              </a:xfrm>
              <a:prstGeom prst="roundRect">
                <a:avLst/>
              </a:prstGeom>
              <a:solidFill>
                <a:srgbClr val="1047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95507"/>
                <a:r>
                  <a:rPr lang="ko-KR" altLang="en-US" sz="1400" spc="-10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  <a:cs typeface="ollehche_v2" panose="02020603020101020101" pitchFamily="18" charset="-127"/>
                  </a:rPr>
                  <a:t>내용을 입력해주세요</a:t>
                </a:r>
                <a:r>
                  <a:rPr lang="en-US" altLang="ko-KR" sz="1400" spc="-10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  <a:cs typeface="ollehche_v2" panose="02020603020101020101" pitchFamily="18" charset="-127"/>
                  </a:rPr>
                  <a:t>(kopub14pt)</a:t>
                </a:r>
                <a:endParaRPr lang="ko-KR" altLang="en-US" sz="140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ollehche_v2" panose="02020603020101020101" pitchFamily="18" charset="-127"/>
                </a:endParaRPr>
              </a:p>
            </p:txBody>
          </p:sp>
        </p:grpSp>
        <p:grpSp>
          <p:nvGrpSpPr>
            <p:cNvPr id="114" name="그룹 113"/>
            <p:cNvGrpSpPr/>
            <p:nvPr/>
          </p:nvGrpSpPr>
          <p:grpSpPr>
            <a:xfrm>
              <a:off x="357249" y="1406962"/>
              <a:ext cx="733868" cy="285956"/>
              <a:chOff x="677023" y="3112618"/>
              <a:chExt cx="927002" cy="285775"/>
            </a:xfrm>
          </p:grpSpPr>
          <p:sp>
            <p:nvSpPr>
              <p:cNvPr id="115" name="대각선 방향의 모서리가 둥근 사각형 114"/>
              <p:cNvSpPr/>
              <p:nvPr/>
            </p:nvSpPr>
            <p:spPr>
              <a:xfrm>
                <a:off x="677023" y="3112618"/>
                <a:ext cx="927002" cy="285775"/>
              </a:xfrm>
              <a:prstGeom prst="round2DiagRect">
                <a:avLst>
                  <a:gd name="adj1" fmla="val 32145"/>
                  <a:gd name="adj2" fmla="val 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chemeClr val="bg1"/>
                  </a:gs>
                </a:gsLst>
                <a:lin ang="5400000" scaled="0"/>
                <a:tileRect/>
              </a:gradFill>
              <a:ln w="15875">
                <a:gradFill flip="none" rotWithShape="1">
                  <a:gsLst>
                    <a:gs pos="100000">
                      <a:srgbClr val="0B3D72"/>
                    </a:gs>
                    <a:gs pos="0">
                      <a:srgbClr val="0B3D72">
                        <a:alpha val="0"/>
                      </a:srgbClr>
                    </a:gs>
                  </a:gsLst>
                  <a:lin ang="7200000" scaled="0"/>
                  <a:tileRect/>
                </a:gradFill>
                <a:round/>
                <a:headEnd/>
                <a:tailEnd/>
              </a:ln>
              <a:effectLst>
                <a:outerShdw blurRad="50800" dist="25400" dir="54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16" name="대각선 방향의 모서리가 둥근 사각형 115"/>
              <p:cNvSpPr/>
              <p:nvPr/>
            </p:nvSpPr>
            <p:spPr>
              <a:xfrm>
                <a:off x="702533" y="3139245"/>
                <a:ext cx="875985" cy="232523"/>
              </a:xfrm>
              <a:prstGeom prst="round2DiagRect">
                <a:avLst>
                  <a:gd name="adj1" fmla="val 32726"/>
                  <a:gd name="adj2" fmla="val 0"/>
                </a:avLst>
              </a:prstGeom>
              <a:gradFill>
                <a:gsLst>
                  <a:gs pos="100000">
                    <a:srgbClr val="C4C4C4"/>
                  </a:gs>
                  <a:gs pos="91000">
                    <a:srgbClr val="D1D1D1"/>
                  </a:gs>
                  <a:gs pos="0">
                    <a:schemeClr val="bg1"/>
                  </a:gs>
                </a:gsLst>
                <a:lin ang="8100000" scaled="1"/>
              </a:gra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square" lIns="74948" tIns="37474" rIns="74948" bIns="37474" anchor="ctr">
                <a:noAutofit/>
              </a:bodyPr>
              <a:lstStyle/>
              <a:p>
                <a:pPr defTabSz="974943"/>
                <a:endParaRPr lang="ko-KR" altLang="en-US" sz="900" spc="-30">
                  <a:ln>
                    <a:solidFill>
                      <a:srgbClr val="C9E7F7"/>
                    </a:solidFill>
                  </a:ln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 bwMode="gray">
              <a:xfrm>
                <a:off x="698899" y="3141043"/>
                <a:ext cx="859188" cy="2030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2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rgbClr val="0B3D72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K</a:t>
                </a:r>
                <a:r>
                  <a:rPr lang="en-US" altLang="ko-KR" sz="1000" i="1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EY POINT</a:t>
                </a:r>
                <a:endParaRPr lang="ko-KR" altLang="en-US" sz="1000" i="1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</p:grpSp>
      <p:grpSp>
        <p:nvGrpSpPr>
          <p:cNvPr id="120" name="그룹 119"/>
          <p:cNvGrpSpPr/>
          <p:nvPr/>
        </p:nvGrpSpPr>
        <p:grpSpPr>
          <a:xfrm>
            <a:off x="471245" y="388012"/>
            <a:ext cx="2039997" cy="677108"/>
            <a:chOff x="517344" y="264655"/>
            <a:chExt cx="2039997" cy="677108"/>
          </a:xfrm>
        </p:grpSpPr>
        <p:sp>
          <p:nvSpPr>
            <p:cNvPr id="121" name="TextBox 120"/>
            <p:cNvSpPr txBox="1"/>
            <p:nvPr/>
          </p:nvSpPr>
          <p:spPr>
            <a:xfrm>
              <a:off x="517344" y="264655"/>
              <a:ext cx="73606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defTabSz="932534">
                <a:spcBef>
                  <a:spcPts val="1019"/>
                </a:spcBef>
              </a:pPr>
              <a:r>
                <a:rPr lang="en-US" altLang="ko-KR" sz="4400" spc="-4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0</a:t>
              </a:r>
              <a:r>
                <a:rPr lang="en-US" altLang="ko-KR" sz="4400" spc="-4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047C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en-US" altLang="ko-KR" sz="5000" spc="-40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1047C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22" name="대각선 방향의 모서리가 잘린 사각형 121"/>
            <p:cNvSpPr/>
            <p:nvPr/>
          </p:nvSpPr>
          <p:spPr>
            <a:xfrm>
              <a:off x="1238188" y="565317"/>
              <a:ext cx="1319153" cy="305102"/>
            </a:xfrm>
            <a:prstGeom prst="snip2DiagRect">
              <a:avLst>
                <a:gd name="adj1" fmla="val 0"/>
                <a:gd name="adj2" fmla="val 34317"/>
              </a:avLst>
            </a:prstGeom>
            <a:solidFill>
              <a:srgbClr val="1047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rtlCol="0" anchor="ctr"/>
            <a:lstStyle/>
            <a:p>
              <a:pPr defTabSz="995507"/>
              <a:r>
                <a:rPr lang="ko-KR" altLang="en-US" sz="1600" b="1" spc="-6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사업전략</a:t>
              </a:r>
            </a:p>
          </p:txBody>
        </p:sp>
      </p:grpSp>
      <p:grpSp>
        <p:nvGrpSpPr>
          <p:cNvPr id="123" name="그룹 122"/>
          <p:cNvGrpSpPr/>
          <p:nvPr/>
        </p:nvGrpSpPr>
        <p:grpSpPr>
          <a:xfrm>
            <a:off x="369259" y="1913629"/>
            <a:ext cx="4068180" cy="188893"/>
            <a:chOff x="369259" y="1913629"/>
            <a:chExt cx="4068180" cy="188893"/>
          </a:xfrm>
        </p:grpSpPr>
        <p:sp>
          <p:nvSpPr>
            <p:cNvPr id="124" name="TextBox 123"/>
            <p:cNvSpPr txBox="1"/>
            <p:nvPr/>
          </p:nvSpPr>
          <p:spPr>
            <a:xfrm>
              <a:off x="578807" y="1913629"/>
              <a:ext cx="3858632" cy="188893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 defTabSz="936625">
                <a:spcBef>
                  <a:spcPts val="300"/>
                </a:spcBef>
                <a:buClr>
                  <a:schemeClr val="tx1">
                    <a:lumMod val="75000"/>
                    <a:lumOff val="25000"/>
                  </a:schemeClr>
                </a:buClr>
                <a:buSzPct val="170000"/>
                <a:defRPr/>
              </a:pPr>
              <a:r>
                <a:rPr lang="ko-KR" altLang="en-US" sz="1300" b="1" spc="-4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내용을 입력해주세요</a:t>
              </a:r>
            </a:p>
          </p:txBody>
        </p:sp>
        <p:grpSp>
          <p:nvGrpSpPr>
            <p:cNvPr id="125" name="그룹 124"/>
            <p:cNvGrpSpPr/>
            <p:nvPr/>
          </p:nvGrpSpPr>
          <p:grpSpPr>
            <a:xfrm>
              <a:off x="369259" y="1938789"/>
              <a:ext cx="138573" cy="138573"/>
              <a:chOff x="8967614" y="1945294"/>
              <a:chExt cx="162401" cy="162401"/>
            </a:xfrm>
          </p:grpSpPr>
          <p:sp>
            <p:nvSpPr>
              <p:cNvPr id="126" name="직각 삼각형 125"/>
              <p:cNvSpPr/>
              <p:nvPr/>
            </p:nvSpPr>
            <p:spPr bwMode="auto">
              <a:xfrm rot="10800000" flipH="1" flipV="1">
                <a:off x="8967614" y="1945294"/>
                <a:ext cx="162401" cy="162401"/>
              </a:xfrm>
              <a:prstGeom prst="rtTriangle">
                <a:avLst/>
              </a:prstGeom>
              <a:solidFill>
                <a:srgbClr val="1047C5"/>
              </a:solidFill>
              <a:ln>
                <a:noFill/>
              </a:ln>
              <a:effectLst/>
            </p:spPr>
            <p:txBody>
              <a:bodyPr lIns="72000" tIns="36000" rIns="72000" bIns="36000" rtlCol="0" anchor="ctr"/>
              <a:lstStyle/>
              <a:p>
                <a:pPr marL="88900" indent="-88900" algn="l" defTabSz="936625" fontAlgn="base">
                  <a:spcBef>
                    <a:spcPts val="300"/>
                  </a:spcBef>
                  <a:spcAft>
                    <a:spcPct val="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Font typeface="Wingdings" pitchFamily="2" charset="2"/>
                  <a:buChar char="§"/>
                </a:pPr>
                <a:endParaRPr kumimoji="1"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27" name="직각 삼각형 126"/>
              <p:cNvSpPr/>
              <p:nvPr/>
            </p:nvSpPr>
            <p:spPr bwMode="auto">
              <a:xfrm flipH="1" flipV="1">
                <a:off x="9023591" y="1951865"/>
                <a:ext cx="103756" cy="103756"/>
              </a:xfrm>
              <a:prstGeom prst="rtTriangle">
                <a:avLst/>
              </a:prstGeom>
              <a:solidFill>
                <a:srgbClr val="92D050"/>
              </a:solidFill>
              <a:ln>
                <a:noFill/>
              </a:ln>
              <a:effectLst/>
            </p:spPr>
            <p:txBody>
              <a:bodyPr lIns="72000" tIns="36000" rIns="72000" bIns="36000" rtlCol="0" anchor="ctr"/>
              <a:lstStyle/>
              <a:p>
                <a:pPr marL="88900" indent="-88900" algn="l" defTabSz="936625" fontAlgn="base">
                  <a:spcBef>
                    <a:spcPts val="300"/>
                  </a:spcBef>
                  <a:spcAft>
                    <a:spcPct val="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Font typeface="Wingdings" pitchFamily="2" charset="2"/>
                  <a:buChar char="§"/>
                </a:pPr>
                <a:endParaRPr kumimoji="1"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711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3813928" y="6923269"/>
            <a:ext cx="165035" cy="3211332"/>
          </a:xfrm>
          <a:prstGeom prst="rect">
            <a:avLst/>
          </a:prstGeom>
          <a:solidFill>
            <a:srgbClr val="E6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 rot="5400000">
            <a:off x="430565" y="6740733"/>
            <a:ext cx="3331791" cy="34559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5"/>
            <a:endParaRPr lang="ko-KR" altLang="en-US" sz="110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 rot="5400000">
            <a:off x="4030794" y="6740732"/>
            <a:ext cx="3331788" cy="34559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5"/>
            <a:endParaRPr lang="ko-KR" altLang="en-US" sz="110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372524" y="6914671"/>
            <a:ext cx="3451908" cy="8961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95507"/>
            <a:endParaRPr lang="ko-KR" altLang="en-US" sz="800" b="1">
              <a:ln>
                <a:solidFill>
                  <a:prstClr val="white">
                    <a:alpha val="0"/>
                  </a:prstClr>
                </a:solidFill>
              </a:ln>
              <a:solidFill>
                <a:srgbClr val="51749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3968448" y="6914671"/>
            <a:ext cx="3451908" cy="8961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95507"/>
            <a:endParaRPr lang="ko-KR" altLang="en-US" sz="800" b="1">
              <a:ln>
                <a:solidFill>
                  <a:prstClr val="white">
                    <a:alpha val="0"/>
                  </a:prstClr>
                </a:solidFill>
              </a:ln>
              <a:solidFill>
                <a:srgbClr val="51749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68228" y="6083389"/>
            <a:ext cx="3456210" cy="302132"/>
          </a:xfrm>
          <a:prstGeom prst="rect">
            <a:avLst/>
          </a:prstGeom>
          <a:solidFill>
            <a:srgbClr val="404040"/>
          </a:solidFill>
          <a:ln>
            <a:noFill/>
          </a:ln>
          <a:effectLst>
            <a:outerShdw dist="38100" dir="5400000" algn="t" rotWithShape="0">
              <a:srgbClr val="7F8FA5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95507"/>
            <a:endParaRPr lang="ko-KR" altLang="en-US" sz="160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  <p:sp>
        <p:nvSpPr>
          <p:cNvPr id="48" name="사각형: 둥근 모서리 168">
            <a:extLst>
              <a:ext uri="{FF2B5EF4-FFF2-40B4-BE49-F238E27FC236}">
                <a16:creationId xmlns:a16="http://schemas.microsoft.com/office/drawing/2014/main" id="{5281044B-404C-4CB1-AABB-3011D212AFA4}"/>
              </a:ext>
            </a:extLst>
          </p:cNvPr>
          <p:cNvSpPr/>
          <p:nvPr/>
        </p:nvSpPr>
        <p:spPr>
          <a:xfrm>
            <a:off x="941067" y="6113706"/>
            <a:ext cx="2329184" cy="246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72000" rtlCol="0" anchor="ctr">
            <a:noAutofit/>
          </a:bodyPr>
          <a:lstStyle/>
          <a:p>
            <a:pPr latinLnBrk="0">
              <a:spcAft>
                <a:spcPts val="448"/>
              </a:spcAft>
              <a:buClr>
                <a:srgbClr val="0070C0"/>
              </a:buClr>
              <a:buSzPct val="140000"/>
              <a:tabLst>
                <a:tab pos="5065983" algn="l"/>
              </a:tabLst>
              <a:defRPr/>
            </a:pPr>
            <a:r>
              <a:rPr lang="ko-KR" altLang="en-US" sz="1200" spc="-45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내용을 입력해주세요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211" y="7046163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Clr>
                <a:srgbClr val="0055A2"/>
              </a:buClr>
              <a:buFont typeface="Wingdings" panose="05000000000000000000" pitchFamily="2" charset="2"/>
              <a:buChar char="ü"/>
            </a:pPr>
            <a:r>
              <a:rPr lang="ko-KR" altLang="en-US" sz="1200" spc="-7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내용을 입력해주세요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BAD4E2-8C4C-4FD3-8859-9E0213EA31E1}"/>
              </a:ext>
            </a:extLst>
          </p:cNvPr>
          <p:cNvSpPr txBox="1"/>
          <p:nvPr/>
        </p:nvSpPr>
        <p:spPr>
          <a:xfrm>
            <a:off x="562131" y="7263822"/>
            <a:ext cx="3351344" cy="4431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defTabSz="457200" fontAlgn="auto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ko-KR" altLang="en-US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내용을 입력해주세요 내용을 입력해주세요 </a:t>
            </a:r>
            <a:br>
              <a:rPr kumimoji="0" lang="en-US" altLang="ko-KR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kumimoji="0" lang="ko-KR" altLang="en-US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내용을 입력해주세요 내용을 입력해주세요 </a:t>
            </a:r>
            <a:endParaRPr kumimoji="0" lang="en-US" altLang="ko-KR" sz="1000" spc="-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966472" y="7046163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Clr>
                <a:srgbClr val="0055A2"/>
              </a:buClr>
              <a:buFont typeface="Wingdings" panose="05000000000000000000" pitchFamily="2" charset="2"/>
              <a:buChar char="ü"/>
            </a:pPr>
            <a:r>
              <a:rPr lang="ko-KR" altLang="en-US" sz="1200" spc="-7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내용을 입력해주세요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BAD4E2-8C4C-4FD3-8859-9E0213EA31E1}"/>
              </a:ext>
            </a:extLst>
          </p:cNvPr>
          <p:cNvSpPr txBox="1"/>
          <p:nvPr/>
        </p:nvSpPr>
        <p:spPr>
          <a:xfrm>
            <a:off x="4149392" y="7263822"/>
            <a:ext cx="3351344" cy="4431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defTabSz="457200" fontAlgn="auto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ko-KR" altLang="en-US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내용을 입력해주세요 내용을 입력해주세요 </a:t>
            </a:r>
            <a:br>
              <a:rPr kumimoji="0" lang="en-US" altLang="ko-KR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kumimoji="0" lang="ko-KR" altLang="en-US" sz="1000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내용을 입력해주세요 내용을 입력해주세요 </a:t>
            </a:r>
            <a:endParaRPr kumimoji="0" lang="en-US" altLang="ko-KR" sz="1000" spc="-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486735" y="7921614"/>
            <a:ext cx="3219451" cy="534605"/>
            <a:chOff x="490538" y="7313112"/>
            <a:chExt cx="3219451" cy="534605"/>
          </a:xfrm>
        </p:grpSpPr>
        <p:grpSp>
          <p:nvGrpSpPr>
            <p:cNvPr id="57" name="그룹 56"/>
            <p:cNvGrpSpPr/>
            <p:nvPr/>
          </p:nvGrpSpPr>
          <p:grpSpPr>
            <a:xfrm>
              <a:off x="490538" y="7313112"/>
              <a:ext cx="1563578" cy="534605"/>
              <a:chOff x="490538" y="7313112"/>
              <a:chExt cx="1506181" cy="534605"/>
            </a:xfrm>
          </p:grpSpPr>
          <p:sp>
            <p:nvSpPr>
              <p:cNvPr id="61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490538" y="7313112"/>
                <a:ext cx="1506181" cy="534605"/>
              </a:xfrm>
              <a:prstGeom prst="roundRect">
                <a:avLst>
                  <a:gd name="adj" fmla="val 734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4D587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252000" rtlCol="0" anchor="ctr"/>
              <a:lstStyle/>
              <a:p>
                <a:pPr algn="ctr" defTabSz="914355"/>
                <a:r>
                  <a:rPr kumimoji="1" lang="ko-KR" altLang="en-US" sz="10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 입력</a:t>
                </a: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537791" y="7580414"/>
                <a:ext cx="1399804" cy="198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</a:t>
                </a:r>
              </a:p>
            </p:txBody>
          </p:sp>
        </p:grpSp>
        <p:grpSp>
          <p:nvGrpSpPr>
            <p:cNvPr id="58" name="그룹 57"/>
            <p:cNvGrpSpPr/>
            <p:nvPr/>
          </p:nvGrpSpPr>
          <p:grpSpPr>
            <a:xfrm>
              <a:off x="2146411" y="7313112"/>
              <a:ext cx="1563578" cy="534605"/>
              <a:chOff x="490538" y="7313112"/>
              <a:chExt cx="1506181" cy="534605"/>
            </a:xfrm>
          </p:grpSpPr>
          <p:sp>
            <p:nvSpPr>
              <p:cNvPr id="59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490538" y="7313112"/>
                <a:ext cx="1506181" cy="534605"/>
              </a:xfrm>
              <a:prstGeom prst="roundRect">
                <a:avLst>
                  <a:gd name="adj" fmla="val 734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4D587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252000" rtlCol="0" anchor="ctr"/>
              <a:lstStyle/>
              <a:p>
                <a:pPr algn="ctr" defTabSz="914355"/>
                <a:r>
                  <a:rPr kumimoji="1" lang="ko-KR" altLang="en-US" sz="10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 입력</a:t>
                </a:r>
              </a:p>
            </p:txBody>
          </p:sp>
          <p:sp>
            <p:nvSpPr>
              <p:cNvPr id="60" name="직사각형 59"/>
              <p:cNvSpPr/>
              <p:nvPr/>
            </p:nvSpPr>
            <p:spPr>
              <a:xfrm>
                <a:off x="537791" y="7580414"/>
                <a:ext cx="1399804" cy="198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</a:t>
                </a:r>
              </a:p>
            </p:txBody>
          </p:sp>
        </p:grpSp>
      </p:grpSp>
      <p:grpSp>
        <p:nvGrpSpPr>
          <p:cNvPr id="63" name="그룹 62"/>
          <p:cNvGrpSpPr/>
          <p:nvPr/>
        </p:nvGrpSpPr>
        <p:grpSpPr>
          <a:xfrm>
            <a:off x="472003" y="8530227"/>
            <a:ext cx="3248660" cy="802763"/>
            <a:chOff x="4076700" y="7303658"/>
            <a:chExt cx="3248660" cy="802763"/>
          </a:xfrm>
        </p:grpSpPr>
        <p:grpSp>
          <p:nvGrpSpPr>
            <p:cNvPr id="64" name="그룹 63"/>
            <p:cNvGrpSpPr/>
            <p:nvPr/>
          </p:nvGrpSpPr>
          <p:grpSpPr>
            <a:xfrm>
              <a:off x="4076700" y="7303658"/>
              <a:ext cx="1585947" cy="802763"/>
              <a:chOff x="-2257380" y="7101957"/>
              <a:chExt cx="1999384" cy="532173"/>
            </a:xfrm>
          </p:grpSpPr>
          <p:sp>
            <p:nvSpPr>
              <p:cNvPr id="69" name="모서리가 둥근 직사각형 68"/>
              <p:cNvSpPr/>
              <p:nvPr/>
            </p:nvSpPr>
            <p:spPr>
              <a:xfrm>
                <a:off x="-2257380" y="7101957"/>
                <a:ext cx="1999384" cy="532173"/>
              </a:xfrm>
              <a:prstGeom prst="roundRect">
                <a:avLst>
                  <a:gd name="adj" fmla="val 4753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endParaRPr lang="ko-KR" altLang="en-US" sz="1100" dirty="0">
                  <a:ln>
                    <a:solidFill>
                      <a:srgbClr val="97A2AB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70" name="모서리가 둥근 직사각형 69"/>
              <p:cNvSpPr/>
              <p:nvPr/>
            </p:nvSpPr>
            <p:spPr>
              <a:xfrm>
                <a:off x="-2204880" y="7131651"/>
                <a:ext cx="1894380" cy="154207"/>
              </a:xfrm>
              <a:prstGeom prst="roundRect">
                <a:avLst>
                  <a:gd name="adj" fmla="val 10881"/>
                </a:avLst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sz="1000" b="1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입력하세요</a:t>
                </a:r>
              </a:p>
            </p:txBody>
          </p:sp>
          <p:sp>
            <p:nvSpPr>
              <p:cNvPr id="71" name="모서리가 둥근 직사각형 70"/>
              <p:cNvSpPr/>
              <p:nvPr/>
            </p:nvSpPr>
            <p:spPr>
              <a:xfrm>
                <a:off x="-2153768" y="7316242"/>
                <a:ext cx="1843267" cy="287506"/>
              </a:xfrm>
              <a:prstGeom prst="roundRect">
                <a:avLst>
                  <a:gd name="adj" fmla="val 9526"/>
                </a:avLst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85725" lvl="1" indent="-85725" algn="l" fontAlgn="base">
                  <a:spcBef>
                    <a:spcPts val="100"/>
                  </a:spcBef>
                  <a:spcAft>
                    <a:spcPts val="10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5648325" algn="l"/>
                  </a:tabLst>
                </a:pPr>
                <a:r>
                  <a:rPr lang="ko-KR" altLang="en-US" sz="900" spc="-6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  <a:p>
                <a:pPr marL="85725" lvl="1" indent="-85725" algn="l" fontAlgn="base">
                  <a:spcBef>
                    <a:spcPts val="100"/>
                  </a:spcBef>
                  <a:spcAft>
                    <a:spcPts val="10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5648325" algn="l"/>
                  </a:tabLst>
                </a:pPr>
                <a:r>
                  <a:rPr lang="ko-KR" altLang="en-US" sz="900" spc="-6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이렇게</a:t>
                </a: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5739413" y="7303658"/>
              <a:ext cx="1585947" cy="802763"/>
              <a:chOff x="-2257380" y="7101957"/>
              <a:chExt cx="1999384" cy="532173"/>
            </a:xfrm>
          </p:grpSpPr>
          <p:sp>
            <p:nvSpPr>
              <p:cNvPr id="66" name="모서리가 둥근 직사각형 65"/>
              <p:cNvSpPr/>
              <p:nvPr/>
            </p:nvSpPr>
            <p:spPr>
              <a:xfrm>
                <a:off x="-2257380" y="7101957"/>
                <a:ext cx="1999384" cy="532173"/>
              </a:xfrm>
              <a:prstGeom prst="roundRect">
                <a:avLst>
                  <a:gd name="adj" fmla="val 4753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endParaRPr lang="ko-KR" altLang="en-US" sz="1100" dirty="0">
                  <a:ln>
                    <a:solidFill>
                      <a:srgbClr val="97A2AB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67" name="모서리가 둥근 직사각형 66"/>
              <p:cNvSpPr/>
              <p:nvPr/>
            </p:nvSpPr>
            <p:spPr>
              <a:xfrm>
                <a:off x="-2204880" y="7131651"/>
                <a:ext cx="1894380" cy="154207"/>
              </a:xfrm>
              <a:prstGeom prst="roundRect">
                <a:avLst>
                  <a:gd name="adj" fmla="val 10881"/>
                </a:avLst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sz="1000" b="1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입력하세요</a:t>
                </a:r>
              </a:p>
            </p:txBody>
          </p:sp>
          <p:sp>
            <p:nvSpPr>
              <p:cNvPr id="68" name="모서리가 둥근 직사각형 67"/>
              <p:cNvSpPr/>
              <p:nvPr/>
            </p:nvSpPr>
            <p:spPr>
              <a:xfrm>
                <a:off x="-2153768" y="7316242"/>
                <a:ext cx="1843267" cy="287506"/>
              </a:xfrm>
              <a:prstGeom prst="roundRect">
                <a:avLst>
                  <a:gd name="adj" fmla="val 9526"/>
                </a:avLst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85725" lvl="1" indent="-85725" algn="l" fontAlgn="base">
                  <a:spcBef>
                    <a:spcPts val="100"/>
                  </a:spcBef>
                  <a:spcAft>
                    <a:spcPts val="10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5648325" algn="l"/>
                  </a:tabLst>
                </a:pPr>
                <a:r>
                  <a:rPr lang="ko-KR" altLang="en-US" sz="900" spc="-6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  <a:p>
                <a:pPr marL="85725" lvl="1" indent="-85725" algn="l" fontAlgn="base">
                  <a:spcBef>
                    <a:spcPts val="100"/>
                  </a:spcBef>
                  <a:spcAft>
                    <a:spcPts val="10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5648325" algn="l"/>
                  </a:tabLst>
                </a:pPr>
                <a:r>
                  <a:rPr lang="ko-KR" altLang="en-US" sz="900" spc="-6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이렇게</a:t>
                </a:r>
              </a:p>
            </p:txBody>
          </p:sp>
        </p:grpSp>
      </p:grpSp>
      <p:grpSp>
        <p:nvGrpSpPr>
          <p:cNvPr id="78" name="그룹 77"/>
          <p:cNvGrpSpPr/>
          <p:nvPr/>
        </p:nvGrpSpPr>
        <p:grpSpPr>
          <a:xfrm>
            <a:off x="179503" y="5990909"/>
            <a:ext cx="435894" cy="462175"/>
            <a:chOff x="2871536" y="3108092"/>
            <a:chExt cx="229394" cy="2432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9" name="눈물 방울 78">
              <a:extLst>
                <a:ext uri="{FF2B5EF4-FFF2-40B4-BE49-F238E27FC236}">
                  <a16:creationId xmlns:a16="http://schemas.microsoft.com/office/drawing/2014/main" id="{2676B151-ED30-4332-A6D0-6C97932EDB4D}"/>
                </a:ext>
              </a:extLst>
            </p:cNvPr>
            <p:cNvSpPr/>
            <p:nvPr/>
          </p:nvSpPr>
          <p:spPr>
            <a:xfrm flipV="1">
              <a:off x="2871536" y="3108092"/>
              <a:ext cx="225746" cy="225746"/>
            </a:xfrm>
            <a:prstGeom prst="teardrop">
              <a:avLst/>
            </a:prstGeom>
            <a:solidFill>
              <a:srgbClr val="F0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wordArtVertRtl" lIns="0" tIns="0" rIns="0" bIns="25200" rtlCol="0" anchor="ctr"/>
            <a:lstStyle/>
            <a:p>
              <a:pPr algn="ctr"/>
              <a:endParaRPr lang="ko-KR" altLang="en-US" sz="1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80" name="눈물 방울 79">
              <a:extLst>
                <a:ext uri="{FF2B5EF4-FFF2-40B4-BE49-F238E27FC236}">
                  <a16:creationId xmlns:a16="http://schemas.microsoft.com/office/drawing/2014/main" id="{EFC20084-811C-4828-9E54-3F8A4472AF1D}"/>
                </a:ext>
              </a:extLst>
            </p:cNvPr>
            <p:cNvSpPr/>
            <p:nvPr/>
          </p:nvSpPr>
          <p:spPr>
            <a:xfrm>
              <a:off x="2875184" y="3125571"/>
              <a:ext cx="225746" cy="225746"/>
            </a:xfrm>
            <a:prstGeom prst="teardrop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25200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일별</a:t>
              </a: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4072222" y="7934609"/>
            <a:ext cx="3254459" cy="2147026"/>
            <a:chOff x="4072222" y="7934609"/>
            <a:chExt cx="3254459" cy="2147026"/>
          </a:xfrm>
        </p:grpSpPr>
        <p:grpSp>
          <p:nvGrpSpPr>
            <p:cNvPr id="72" name="그룹 71"/>
            <p:cNvGrpSpPr/>
            <p:nvPr/>
          </p:nvGrpSpPr>
          <p:grpSpPr>
            <a:xfrm>
              <a:off x="4072223" y="7934609"/>
              <a:ext cx="3254458" cy="1000614"/>
              <a:chOff x="7993692" y="5876344"/>
              <a:chExt cx="2186956" cy="1000614"/>
            </a:xfrm>
          </p:grpSpPr>
          <p:grpSp>
            <p:nvGrpSpPr>
              <p:cNvPr id="73" name="그룹 72"/>
              <p:cNvGrpSpPr/>
              <p:nvPr/>
            </p:nvGrpSpPr>
            <p:grpSpPr>
              <a:xfrm>
                <a:off x="7993692" y="5876344"/>
                <a:ext cx="2186956" cy="1000614"/>
                <a:chOff x="1820860" y="1773179"/>
                <a:chExt cx="2390662" cy="1000614"/>
              </a:xfrm>
            </p:grpSpPr>
            <p:sp>
              <p:nvSpPr>
                <p:cNvPr id="76" name="모서리가 둥근 직사각형 75"/>
                <p:cNvSpPr/>
                <p:nvPr/>
              </p:nvSpPr>
              <p:spPr>
                <a:xfrm rot="5400000">
                  <a:off x="2651151" y="1215115"/>
                  <a:ext cx="728387" cy="2388969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76200" algn="c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55"/>
                  <a:endParaRPr lang="ko-KR" altLang="en-US" sz="1800">
                    <a:ln>
                      <a:solidFill>
                        <a:srgbClr val="D2DFF1">
                          <a:alpha val="0"/>
                        </a:srgbClr>
                      </a:solidFill>
                    </a:ln>
                  </a:endParaRPr>
                </a:p>
              </p:txBody>
            </p:sp>
            <p:sp>
              <p:nvSpPr>
                <p:cNvPr id="77" name="직사각형 76"/>
                <p:cNvSpPr/>
                <p:nvPr/>
              </p:nvSpPr>
              <p:spPr>
                <a:xfrm>
                  <a:off x="1821530" y="1773179"/>
                  <a:ext cx="2389992" cy="294086"/>
                </a:xfrm>
                <a:prstGeom prst="rect">
                  <a:avLst/>
                </a:prstGeom>
                <a:solidFill>
                  <a:srgbClr val="038ED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indent="-177792" defTabSz="995507" latinLnBrk="0">
                    <a:spcAft>
                      <a:spcPts val="448"/>
                    </a:spcAft>
                    <a:buClr>
                      <a:srgbClr val="0070C0"/>
                    </a:buClr>
                    <a:buSzPct val="80000"/>
                    <a:tabLst>
                      <a:tab pos="5648047" algn="l"/>
                    </a:tabLst>
                  </a:pPr>
                  <a:r>
                    <a:rPr lang="ko-KR" altLang="en-US" sz="1100" spc="-45" dirty="0">
                      <a:ln>
                        <a:solidFill>
                          <a:schemeClr val="accent1">
                            <a:shade val="50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내용을 입력해주세요</a:t>
                  </a:r>
                </a:p>
              </p:txBody>
            </p:sp>
          </p:grpSp>
          <p:sp>
            <p:nvSpPr>
              <p:cNvPr id="74" name="모서리가 둥근 직사각형 73"/>
              <p:cNvSpPr/>
              <p:nvPr/>
            </p:nvSpPr>
            <p:spPr>
              <a:xfrm>
                <a:off x="8051590" y="6256061"/>
                <a:ext cx="2069617" cy="23112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</p:txBody>
          </p:sp>
          <p:sp>
            <p:nvSpPr>
              <p:cNvPr id="75" name="모서리가 둥근 직사각형 74"/>
              <p:cNvSpPr/>
              <p:nvPr/>
            </p:nvSpPr>
            <p:spPr>
              <a:xfrm>
                <a:off x="8051590" y="6557685"/>
                <a:ext cx="2069617" cy="23112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4072222" y="9081021"/>
              <a:ext cx="3254456" cy="1000614"/>
              <a:chOff x="7993692" y="5876344"/>
              <a:chExt cx="2186955" cy="1000614"/>
            </a:xfrm>
          </p:grpSpPr>
          <p:grpSp>
            <p:nvGrpSpPr>
              <p:cNvPr id="82" name="그룹 81"/>
              <p:cNvGrpSpPr/>
              <p:nvPr/>
            </p:nvGrpSpPr>
            <p:grpSpPr>
              <a:xfrm>
                <a:off x="7993692" y="5876344"/>
                <a:ext cx="2186955" cy="1000614"/>
                <a:chOff x="1820860" y="1773179"/>
                <a:chExt cx="2390661" cy="1000614"/>
              </a:xfrm>
            </p:grpSpPr>
            <p:sp>
              <p:nvSpPr>
                <p:cNvPr id="85" name="모서리가 둥근 직사각형 84"/>
                <p:cNvSpPr/>
                <p:nvPr/>
              </p:nvSpPr>
              <p:spPr>
                <a:xfrm rot="5400000">
                  <a:off x="2651151" y="1215115"/>
                  <a:ext cx="728387" cy="2388969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76200" algn="c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55"/>
                  <a:endParaRPr lang="ko-KR" altLang="en-US" sz="1800">
                    <a:ln>
                      <a:solidFill>
                        <a:srgbClr val="D2DFF1">
                          <a:alpha val="0"/>
                        </a:srgbClr>
                      </a:solidFill>
                    </a:ln>
                  </a:endParaRPr>
                </a:p>
              </p:txBody>
            </p:sp>
            <p:sp>
              <p:nvSpPr>
                <p:cNvPr id="86" name="직사각형 85"/>
                <p:cNvSpPr/>
                <p:nvPr/>
              </p:nvSpPr>
              <p:spPr>
                <a:xfrm>
                  <a:off x="1821529" y="1773179"/>
                  <a:ext cx="2389992" cy="294086"/>
                </a:xfrm>
                <a:prstGeom prst="rect">
                  <a:avLst/>
                </a:prstGeom>
                <a:solidFill>
                  <a:srgbClr val="038ED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indent="-177792" defTabSz="995507" latinLnBrk="0">
                    <a:spcAft>
                      <a:spcPts val="448"/>
                    </a:spcAft>
                    <a:buClr>
                      <a:srgbClr val="0070C0"/>
                    </a:buClr>
                    <a:buSzPct val="80000"/>
                    <a:tabLst>
                      <a:tab pos="5648047" algn="l"/>
                    </a:tabLst>
                  </a:pPr>
                  <a:r>
                    <a:rPr lang="ko-KR" altLang="en-US" sz="1100" spc="-45" dirty="0">
                      <a:ln>
                        <a:solidFill>
                          <a:schemeClr val="accent1">
                            <a:shade val="50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내용을 입력해주세요</a:t>
                  </a:r>
                </a:p>
              </p:txBody>
            </p:sp>
          </p:grpSp>
          <p:sp>
            <p:nvSpPr>
              <p:cNvPr id="83" name="모서리가 둥근 직사각형 82"/>
              <p:cNvSpPr/>
              <p:nvPr/>
            </p:nvSpPr>
            <p:spPr>
              <a:xfrm>
                <a:off x="8051590" y="6256061"/>
                <a:ext cx="2069617" cy="23112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</p:txBody>
          </p:sp>
          <p:sp>
            <p:nvSpPr>
              <p:cNvPr id="84" name="모서리가 둥근 직사각형 83"/>
              <p:cNvSpPr/>
              <p:nvPr/>
            </p:nvSpPr>
            <p:spPr>
              <a:xfrm>
                <a:off x="8051590" y="6557685"/>
                <a:ext cx="2069617" cy="23112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ctr">
                  <a:buClr>
                    <a:srgbClr val="980E0E"/>
                  </a:buClr>
                  <a:buSzPct val="140000"/>
                  <a:tabLst>
                    <a:tab pos="5065983" algn="l"/>
                  </a:tabLst>
                  <a:defRPr/>
                </a:pPr>
                <a:r>
                  <a:rPr lang="ko-KR" altLang="en-US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입력해주세요</a:t>
                </a:r>
              </a:p>
            </p:txBody>
          </p:sp>
        </p:grpSp>
        <p:grpSp>
          <p:nvGrpSpPr>
            <p:cNvPr id="87" name="그룹 86"/>
            <p:cNvGrpSpPr/>
            <p:nvPr/>
          </p:nvGrpSpPr>
          <p:grpSpPr>
            <a:xfrm>
              <a:off x="5560493" y="8853061"/>
              <a:ext cx="277914" cy="280693"/>
              <a:chOff x="5242962" y="4116906"/>
              <a:chExt cx="814938" cy="814938"/>
            </a:xfrm>
          </p:grpSpPr>
          <p:sp>
            <p:nvSpPr>
              <p:cNvPr id="88" name="타원 87"/>
              <p:cNvSpPr/>
              <p:nvPr/>
            </p:nvSpPr>
            <p:spPr>
              <a:xfrm>
                <a:off x="5242962" y="4116906"/>
                <a:ext cx="814938" cy="814938"/>
              </a:xfrm>
              <a:prstGeom prst="ellipse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46"/>
              </a:p>
            </p:txBody>
          </p:sp>
          <p:grpSp>
            <p:nvGrpSpPr>
              <p:cNvPr id="89" name="그룹 88"/>
              <p:cNvGrpSpPr/>
              <p:nvPr/>
            </p:nvGrpSpPr>
            <p:grpSpPr>
              <a:xfrm>
                <a:off x="5325512" y="4199456"/>
                <a:ext cx="649838" cy="649838"/>
                <a:chOff x="5300112" y="4174056"/>
                <a:chExt cx="700638" cy="700638"/>
              </a:xfrm>
            </p:grpSpPr>
            <p:sp>
              <p:nvSpPr>
                <p:cNvPr id="90" name="타원 89"/>
                <p:cNvSpPr/>
                <p:nvPr/>
              </p:nvSpPr>
              <p:spPr>
                <a:xfrm>
                  <a:off x="5300112" y="4174056"/>
                  <a:ext cx="700638" cy="70063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546"/>
                </a:p>
              </p:txBody>
            </p:sp>
            <p:sp>
              <p:nvSpPr>
                <p:cNvPr id="91" name="자유형 90"/>
                <p:cNvSpPr/>
                <p:nvPr/>
              </p:nvSpPr>
              <p:spPr>
                <a:xfrm>
                  <a:off x="5442832" y="4342969"/>
                  <a:ext cx="415199" cy="415200"/>
                </a:xfrm>
                <a:custGeom>
                  <a:avLst/>
                  <a:gdLst>
                    <a:gd name="connsiteX0" fmla="*/ 202122 w 502391"/>
                    <a:gd name="connsiteY0" fmla="*/ 0 h 502392"/>
                    <a:gd name="connsiteX1" fmla="*/ 300270 w 502391"/>
                    <a:gd name="connsiteY1" fmla="*/ 0 h 502392"/>
                    <a:gd name="connsiteX2" fmla="*/ 324807 w 502391"/>
                    <a:gd name="connsiteY2" fmla="*/ 24537 h 502392"/>
                    <a:gd name="connsiteX3" fmla="*/ 324807 w 502391"/>
                    <a:gd name="connsiteY3" fmla="*/ 177585 h 502392"/>
                    <a:gd name="connsiteX4" fmla="*/ 477854 w 502391"/>
                    <a:gd name="connsiteY4" fmla="*/ 177585 h 502392"/>
                    <a:gd name="connsiteX5" fmla="*/ 502391 w 502391"/>
                    <a:gd name="connsiteY5" fmla="*/ 202122 h 502392"/>
                    <a:gd name="connsiteX6" fmla="*/ 502391 w 502391"/>
                    <a:gd name="connsiteY6" fmla="*/ 300270 h 502392"/>
                    <a:gd name="connsiteX7" fmla="*/ 477854 w 502391"/>
                    <a:gd name="connsiteY7" fmla="*/ 324807 h 502392"/>
                    <a:gd name="connsiteX8" fmla="*/ 324807 w 502391"/>
                    <a:gd name="connsiteY8" fmla="*/ 324807 h 502392"/>
                    <a:gd name="connsiteX9" fmla="*/ 324807 w 502391"/>
                    <a:gd name="connsiteY9" fmla="*/ 477855 h 502392"/>
                    <a:gd name="connsiteX10" fmla="*/ 300270 w 502391"/>
                    <a:gd name="connsiteY10" fmla="*/ 502392 h 502392"/>
                    <a:gd name="connsiteX11" fmla="*/ 202122 w 502391"/>
                    <a:gd name="connsiteY11" fmla="*/ 502392 h 502392"/>
                    <a:gd name="connsiteX12" fmla="*/ 177585 w 502391"/>
                    <a:gd name="connsiteY12" fmla="*/ 477855 h 502392"/>
                    <a:gd name="connsiteX13" fmla="*/ 177585 w 502391"/>
                    <a:gd name="connsiteY13" fmla="*/ 324807 h 502392"/>
                    <a:gd name="connsiteX14" fmla="*/ 24537 w 502391"/>
                    <a:gd name="connsiteY14" fmla="*/ 324807 h 502392"/>
                    <a:gd name="connsiteX15" fmla="*/ 0 w 502391"/>
                    <a:gd name="connsiteY15" fmla="*/ 300270 h 502392"/>
                    <a:gd name="connsiteX16" fmla="*/ 0 w 502391"/>
                    <a:gd name="connsiteY16" fmla="*/ 202122 h 502392"/>
                    <a:gd name="connsiteX17" fmla="*/ 24537 w 502391"/>
                    <a:gd name="connsiteY17" fmla="*/ 177585 h 502392"/>
                    <a:gd name="connsiteX18" fmla="*/ 177585 w 502391"/>
                    <a:gd name="connsiteY18" fmla="*/ 177585 h 502392"/>
                    <a:gd name="connsiteX19" fmla="*/ 177585 w 502391"/>
                    <a:gd name="connsiteY19" fmla="*/ 24537 h 502392"/>
                    <a:gd name="connsiteX20" fmla="*/ 202122 w 502391"/>
                    <a:gd name="connsiteY20" fmla="*/ 0 h 5023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02391" h="502392">
                      <a:moveTo>
                        <a:pt x="202122" y="0"/>
                      </a:moveTo>
                      <a:lnTo>
                        <a:pt x="300270" y="0"/>
                      </a:lnTo>
                      <a:cubicBezTo>
                        <a:pt x="313821" y="0"/>
                        <a:pt x="324807" y="10986"/>
                        <a:pt x="324807" y="24537"/>
                      </a:cubicBezTo>
                      <a:lnTo>
                        <a:pt x="324807" y="177585"/>
                      </a:lnTo>
                      <a:lnTo>
                        <a:pt x="477854" y="177585"/>
                      </a:lnTo>
                      <a:cubicBezTo>
                        <a:pt x="491405" y="177585"/>
                        <a:pt x="502391" y="188571"/>
                        <a:pt x="502391" y="202122"/>
                      </a:cubicBezTo>
                      <a:lnTo>
                        <a:pt x="502391" y="300270"/>
                      </a:lnTo>
                      <a:cubicBezTo>
                        <a:pt x="502391" y="313821"/>
                        <a:pt x="491405" y="324807"/>
                        <a:pt x="477854" y="324807"/>
                      </a:cubicBezTo>
                      <a:lnTo>
                        <a:pt x="324807" y="324807"/>
                      </a:lnTo>
                      <a:lnTo>
                        <a:pt x="324807" y="477855"/>
                      </a:lnTo>
                      <a:cubicBezTo>
                        <a:pt x="324807" y="491406"/>
                        <a:pt x="313821" y="502392"/>
                        <a:pt x="300270" y="502392"/>
                      </a:cubicBezTo>
                      <a:lnTo>
                        <a:pt x="202122" y="502392"/>
                      </a:lnTo>
                      <a:cubicBezTo>
                        <a:pt x="188571" y="502392"/>
                        <a:pt x="177585" y="491406"/>
                        <a:pt x="177585" y="477855"/>
                      </a:cubicBezTo>
                      <a:lnTo>
                        <a:pt x="177585" y="324807"/>
                      </a:lnTo>
                      <a:lnTo>
                        <a:pt x="24537" y="324807"/>
                      </a:lnTo>
                      <a:cubicBezTo>
                        <a:pt x="10986" y="324807"/>
                        <a:pt x="0" y="313821"/>
                        <a:pt x="0" y="300270"/>
                      </a:cubicBezTo>
                      <a:lnTo>
                        <a:pt x="0" y="202122"/>
                      </a:lnTo>
                      <a:cubicBezTo>
                        <a:pt x="0" y="188571"/>
                        <a:pt x="10986" y="177585"/>
                        <a:pt x="24537" y="177585"/>
                      </a:cubicBezTo>
                      <a:lnTo>
                        <a:pt x="177585" y="177585"/>
                      </a:lnTo>
                      <a:lnTo>
                        <a:pt x="177585" y="24537"/>
                      </a:lnTo>
                      <a:cubicBezTo>
                        <a:pt x="177585" y="10986"/>
                        <a:pt x="188571" y="0"/>
                        <a:pt x="202122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546"/>
                </a:p>
              </p:txBody>
            </p:sp>
            <p:sp>
              <p:nvSpPr>
                <p:cNvPr id="92" name="자유형 91"/>
                <p:cNvSpPr/>
                <p:nvPr/>
              </p:nvSpPr>
              <p:spPr>
                <a:xfrm>
                  <a:off x="5442832" y="4316776"/>
                  <a:ext cx="415199" cy="415200"/>
                </a:xfrm>
                <a:custGeom>
                  <a:avLst/>
                  <a:gdLst>
                    <a:gd name="connsiteX0" fmla="*/ 202122 w 502391"/>
                    <a:gd name="connsiteY0" fmla="*/ 0 h 502392"/>
                    <a:gd name="connsiteX1" fmla="*/ 300270 w 502391"/>
                    <a:gd name="connsiteY1" fmla="*/ 0 h 502392"/>
                    <a:gd name="connsiteX2" fmla="*/ 324807 w 502391"/>
                    <a:gd name="connsiteY2" fmla="*/ 24537 h 502392"/>
                    <a:gd name="connsiteX3" fmla="*/ 324807 w 502391"/>
                    <a:gd name="connsiteY3" fmla="*/ 177585 h 502392"/>
                    <a:gd name="connsiteX4" fmla="*/ 477854 w 502391"/>
                    <a:gd name="connsiteY4" fmla="*/ 177585 h 502392"/>
                    <a:gd name="connsiteX5" fmla="*/ 502391 w 502391"/>
                    <a:gd name="connsiteY5" fmla="*/ 202122 h 502392"/>
                    <a:gd name="connsiteX6" fmla="*/ 502391 w 502391"/>
                    <a:gd name="connsiteY6" fmla="*/ 300270 h 502392"/>
                    <a:gd name="connsiteX7" fmla="*/ 477854 w 502391"/>
                    <a:gd name="connsiteY7" fmla="*/ 324807 h 502392"/>
                    <a:gd name="connsiteX8" fmla="*/ 324807 w 502391"/>
                    <a:gd name="connsiteY8" fmla="*/ 324807 h 502392"/>
                    <a:gd name="connsiteX9" fmla="*/ 324807 w 502391"/>
                    <a:gd name="connsiteY9" fmla="*/ 477855 h 502392"/>
                    <a:gd name="connsiteX10" fmla="*/ 300270 w 502391"/>
                    <a:gd name="connsiteY10" fmla="*/ 502392 h 502392"/>
                    <a:gd name="connsiteX11" fmla="*/ 202122 w 502391"/>
                    <a:gd name="connsiteY11" fmla="*/ 502392 h 502392"/>
                    <a:gd name="connsiteX12" fmla="*/ 177585 w 502391"/>
                    <a:gd name="connsiteY12" fmla="*/ 477855 h 502392"/>
                    <a:gd name="connsiteX13" fmla="*/ 177585 w 502391"/>
                    <a:gd name="connsiteY13" fmla="*/ 324807 h 502392"/>
                    <a:gd name="connsiteX14" fmla="*/ 24537 w 502391"/>
                    <a:gd name="connsiteY14" fmla="*/ 324807 h 502392"/>
                    <a:gd name="connsiteX15" fmla="*/ 0 w 502391"/>
                    <a:gd name="connsiteY15" fmla="*/ 300270 h 502392"/>
                    <a:gd name="connsiteX16" fmla="*/ 0 w 502391"/>
                    <a:gd name="connsiteY16" fmla="*/ 202122 h 502392"/>
                    <a:gd name="connsiteX17" fmla="*/ 24537 w 502391"/>
                    <a:gd name="connsiteY17" fmla="*/ 177585 h 502392"/>
                    <a:gd name="connsiteX18" fmla="*/ 177585 w 502391"/>
                    <a:gd name="connsiteY18" fmla="*/ 177585 h 502392"/>
                    <a:gd name="connsiteX19" fmla="*/ 177585 w 502391"/>
                    <a:gd name="connsiteY19" fmla="*/ 24537 h 502392"/>
                    <a:gd name="connsiteX20" fmla="*/ 202122 w 502391"/>
                    <a:gd name="connsiteY20" fmla="*/ 0 h 5023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02391" h="502392">
                      <a:moveTo>
                        <a:pt x="202122" y="0"/>
                      </a:moveTo>
                      <a:lnTo>
                        <a:pt x="300270" y="0"/>
                      </a:lnTo>
                      <a:cubicBezTo>
                        <a:pt x="313821" y="0"/>
                        <a:pt x="324807" y="10986"/>
                        <a:pt x="324807" y="24537"/>
                      </a:cubicBezTo>
                      <a:lnTo>
                        <a:pt x="324807" y="177585"/>
                      </a:lnTo>
                      <a:lnTo>
                        <a:pt x="477854" y="177585"/>
                      </a:lnTo>
                      <a:cubicBezTo>
                        <a:pt x="491405" y="177585"/>
                        <a:pt x="502391" y="188571"/>
                        <a:pt x="502391" y="202122"/>
                      </a:cubicBezTo>
                      <a:lnTo>
                        <a:pt x="502391" y="300270"/>
                      </a:lnTo>
                      <a:cubicBezTo>
                        <a:pt x="502391" y="313821"/>
                        <a:pt x="491405" y="324807"/>
                        <a:pt x="477854" y="324807"/>
                      </a:cubicBezTo>
                      <a:lnTo>
                        <a:pt x="324807" y="324807"/>
                      </a:lnTo>
                      <a:lnTo>
                        <a:pt x="324807" y="477855"/>
                      </a:lnTo>
                      <a:cubicBezTo>
                        <a:pt x="324807" y="491406"/>
                        <a:pt x="313821" y="502392"/>
                        <a:pt x="300270" y="502392"/>
                      </a:cubicBezTo>
                      <a:lnTo>
                        <a:pt x="202122" y="502392"/>
                      </a:lnTo>
                      <a:cubicBezTo>
                        <a:pt x="188571" y="502392"/>
                        <a:pt x="177585" y="491406"/>
                        <a:pt x="177585" y="477855"/>
                      </a:cubicBezTo>
                      <a:lnTo>
                        <a:pt x="177585" y="324807"/>
                      </a:lnTo>
                      <a:lnTo>
                        <a:pt x="24537" y="324807"/>
                      </a:lnTo>
                      <a:cubicBezTo>
                        <a:pt x="10986" y="324807"/>
                        <a:pt x="0" y="313821"/>
                        <a:pt x="0" y="300270"/>
                      </a:cubicBezTo>
                      <a:lnTo>
                        <a:pt x="0" y="202122"/>
                      </a:lnTo>
                      <a:cubicBezTo>
                        <a:pt x="0" y="188571"/>
                        <a:pt x="10986" y="177585"/>
                        <a:pt x="24537" y="177585"/>
                      </a:cubicBezTo>
                      <a:lnTo>
                        <a:pt x="177585" y="177585"/>
                      </a:lnTo>
                      <a:lnTo>
                        <a:pt x="177585" y="24537"/>
                      </a:lnTo>
                      <a:cubicBezTo>
                        <a:pt x="177585" y="10986"/>
                        <a:pt x="188571" y="0"/>
                        <a:pt x="202122" y="0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546"/>
                </a:p>
              </p:txBody>
            </p:sp>
          </p:grpSp>
        </p:grpSp>
      </p:grpSp>
      <p:sp>
        <p:nvSpPr>
          <p:cNvPr id="93" name="순서도: 수동 입력 9"/>
          <p:cNvSpPr/>
          <p:nvPr/>
        </p:nvSpPr>
        <p:spPr>
          <a:xfrm rot="16200000" flipH="1">
            <a:off x="3503855" y="6064003"/>
            <a:ext cx="298072" cy="34146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758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758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7581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7581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4" name="그룹 3"/>
          <p:cNvGrpSpPr/>
          <p:nvPr/>
        </p:nvGrpSpPr>
        <p:grpSpPr>
          <a:xfrm>
            <a:off x="3968454" y="6083389"/>
            <a:ext cx="3456210" cy="302132"/>
            <a:chOff x="3968454" y="6621137"/>
            <a:chExt cx="3456210" cy="302132"/>
          </a:xfrm>
        </p:grpSpPr>
        <p:sp>
          <p:nvSpPr>
            <p:cNvPr id="50" name="직사각형 49"/>
            <p:cNvSpPr/>
            <p:nvPr/>
          </p:nvSpPr>
          <p:spPr>
            <a:xfrm>
              <a:off x="3968454" y="6621137"/>
              <a:ext cx="3456210" cy="302132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ffectLst>
              <a:outerShdw dist="38100" dir="5400000" algn="t" rotWithShape="0">
                <a:srgbClr val="7F8FA5">
                  <a:alpha val="2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995507"/>
              <a:endParaRPr lang="ko-KR" altLang="en-US" sz="1600">
                <a:ln>
                  <a:solidFill>
                    <a:prstClr val="white">
                      <a:alpha val="0"/>
                    </a:prstClr>
                  </a:solidFill>
                </a:ln>
              </a:endParaRPr>
            </a:p>
          </p:txBody>
        </p:sp>
        <p:sp>
          <p:nvSpPr>
            <p:cNvPr id="51" name="사각형: 둥근 모서리 168">
              <a:extLst>
                <a:ext uri="{FF2B5EF4-FFF2-40B4-BE49-F238E27FC236}">
                  <a16:creationId xmlns:a16="http://schemas.microsoft.com/office/drawing/2014/main" id="{5281044B-404C-4CB1-AABB-3011D212AFA4}"/>
                </a:ext>
              </a:extLst>
            </p:cNvPr>
            <p:cNvSpPr/>
            <p:nvPr/>
          </p:nvSpPr>
          <p:spPr>
            <a:xfrm>
              <a:off x="4623619" y="6651454"/>
              <a:ext cx="2164532" cy="2468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bIns="72000" rtlCol="0" anchor="ctr">
              <a:noAutofit/>
            </a:bodyPr>
            <a:lstStyle/>
            <a:p>
              <a:pPr latinLnBrk="0">
                <a:spcAft>
                  <a:spcPts val="448"/>
                </a:spcAft>
                <a:buClr>
                  <a:srgbClr val="0070C0"/>
                </a:buClr>
                <a:buSzPct val="140000"/>
                <a:tabLst>
                  <a:tab pos="5065983" algn="l"/>
                </a:tabLst>
                <a:defRPr/>
              </a:pPr>
              <a:r>
                <a:rPr lang="ko-KR" altLang="en-US" sz="1200" spc="-45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내용을 입력해주세요</a:t>
              </a:r>
            </a:p>
          </p:txBody>
        </p:sp>
        <p:sp>
          <p:nvSpPr>
            <p:cNvPr id="94" name="순서도: 수동 입력 9"/>
            <p:cNvSpPr/>
            <p:nvPr/>
          </p:nvSpPr>
          <p:spPr>
            <a:xfrm rot="16200000" flipH="1">
              <a:off x="7101792" y="6601753"/>
              <a:ext cx="298072" cy="341469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7581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758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7581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7581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123" name="그룹 122"/>
          <p:cNvGrpSpPr/>
          <p:nvPr/>
        </p:nvGrpSpPr>
        <p:grpSpPr>
          <a:xfrm>
            <a:off x="471245" y="388012"/>
            <a:ext cx="2039997" cy="677108"/>
            <a:chOff x="517344" y="264655"/>
            <a:chExt cx="2039997" cy="677108"/>
          </a:xfrm>
        </p:grpSpPr>
        <p:sp>
          <p:nvSpPr>
            <p:cNvPr id="124" name="TextBox 123"/>
            <p:cNvSpPr txBox="1"/>
            <p:nvPr/>
          </p:nvSpPr>
          <p:spPr>
            <a:xfrm>
              <a:off x="517344" y="264655"/>
              <a:ext cx="73606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defTabSz="932534">
                <a:spcBef>
                  <a:spcPts val="1019"/>
                </a:spcBef>
              </a:pPr>
              <a:r>
                <a:rPr lang="en-US" altLang="ko-KR" sz="4400" spc="-4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0</a:t>
              </a:r>
              <a:r>
                <a:rPr lang="en-US" altLang="ko-KR" sz="4400" spc="-4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047C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en-US" altLang="ko-KR" sz="5000" spc="-40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1047C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25" name="대각선 방향의 모서리가 잘린 사각형 124"/>
            <p:cNvSpPr/>
            <p:nvPr/>
          </p:nvSpPr>
          <p:spPr>
            <a:xfrm>
              <a:off x="1238188" y="565317"/>
              <a:ext cx="1319153" cy="305102"/>
            </a:xfrm>
            <a:prstGeom prst="snip2DiagRect">
              <a:avLst>
                <a:gd name="adj1" fmla="val 0"/>
                <a:gd name="adj2" fmla="val 34317"/>
              </a:avLst>
            </a:prstGeom>
            <a:solidFill>
              <a:srgbClr val="1047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rtlCol="0" anchor="ctr"/>
            <a:lstStyle/>
            <a:p>
              <a:pPr defTabSz="995507"/>
              <a:r>
                <a:rPr lang="ko-KR" altLang="en-US" sz="1600" b="1" spc="-6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사업전략</a:t>
              </a:r>
            </a:p>
          </p:txBody>
        </p:sp>
      </p:grpSp>
      <p:grpSp>
        <p:nvGrpSpPr>
          <p:cNvPr id="126" name="그룹 125"/>
          <p:cNvGrpSpPr/>
          <p:nvPr/>
        </p:nvGrpSpPr>
        <p:grpSpPr>
          <a:xfrm>
            <a:off x="362592" y="1713201"/>
            <a:ext cx="7062073" cy="3475228"/>
            <a:chOff x="362592" y="2847286"/>
            <a:chExt cx="7062073" cy="3475228"/>
          </a:xfrm>
        </p:grpSpPr>
        <p:sp>
          <p:nvSpPr>
            <p:cNvPr id="127" name="모서리가 둥근 직사각형 126"/>
            <p:cNvSpPr/>
            <p:nvPr/>
          </p:nvSpPr>
          <p:spPr>
            <a:xfrm rot="5400000">
              <a:off x="2160716" y="1054797"/>
              <a:ext cx="3471460" cy="70564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5"/>
              <a:endParaRPr lang="ko-KR" altLang="en-US" sz="1100">
                <a:ln>
                  <a:solidFill>
                    <a:prstClr val="white">
                      <a:alpha val="0"/>
                    </a:prstClr>
                  </a:solidFill>
                </a:ln>
              </a:endParaRP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722577" y="2968062"/>
              <a:ext cx="649174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1600" spc="-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강조 내용을 입력해주세요 </a:t>
              </a:r>
              <a:r>
                <a:rPr lang="en-US" altLang="ko-KR" sz="1600" spc="-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0000 </a:t>
              </a:r>
              <a:r>
                <a:rPr lang="ko-KR" altLang="en-US" sz="1600" spc="-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입니다</a:t>
              </a:r>
              <a:r>
                <a:rPr lang="en-US" altLang="ko-KR" sz="1600" spc="-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.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>
              <a:off x="362592" y="5240354"/>
              <a:ext cx="7062071" cy="1082160"/>
              <a:chOff x="362592" y="5078384"/>
              <a:chExt cx="7062071" cy="1082160"/>
            </a:xfrm>
          </p:grpSpPr>
          <p:grpSp>
            <p:nvGrpSpPr>
              <p:cNvPr id="145" name="그룹 144"/>
              <p:cNvGrpSpPr/>
              <p:nvPr/>
            </p:nvGrpSpPr>
            <p:grpSpPr>
              <a:xfrm>
                <a:off x="559569" y="5078384"/>
                <a:ext cx="2992900" cy="324897"/>
                <a:chOff x="1004435" y="4950792"/>
                <a:chExt cx="2992900" cy="324897"/>
              </a:xfrm>
            </p:grpSpPr>
            <p:pic>
              <p:nvPicPr>
                <p:cNvPr id="156" name="Picture 2">
                  <a:extLst>
                    <a:ext uri="{FF2B5EF4-FFF2-40B4-BE49-F238E27FC236}">
                      <a16:creationId xmlns:a16="http://schemas.microsoft.com/office/drawing/2014/main" id="{BA7A2352-BE49-4F5B-B49B-6AE4B9298CB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 bwMode="auto">
                <a:xfrm>
                  <a:off x="1004435" y="4950792"/>
                  <a:ext cx="620318" cy="2627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</p:pic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F1757139-09CB-4E73-8C9F-84EFCBD231AE}"/>
                    </a:ext>
                  </a:extLst>
                </p:cNvPr>
                <p:cNvSpPr txBox="1"/>
                <p:nvPr/>
              </p:nvSpPr>
              <p:spPr>
                <a:xfrm>
                  <a:off x="1621071" y="4998690"/>
                  <a:ext cx="237626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defTabSz="457200" fontAlgn="auto" latinLnBrk="0">
                    <a:spcBef>
                      <a:spcPts val="0"/>
                    </a:spcBef>
                    <a:spcAft>
                      <a:spcPts val="0"/>
                    </a:spcAft>
                    <a:buClrTx/>
                    <a:buFontTx/>
                    <a:buNone/>
                  </a:pPr>
                  <a:r>
                    <a:rPr kumimoji="0" lang="en-US" altLang="ko-KR" sz="1200" b="1" dirty="0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‘</a:t>
                  </a:r>
                  <a:r>
                    <a:rPr kumimoji="0" lang="ko-KR" altLang="en-US" sz="1200" b="1" dirty="0" err="1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큐톤</a:t>
                  </a:r>
                  <a:r>
                    <a:rPr kumimoji="0" lang="ko-KR" altLang="en-US" sz="1200" b="1" dirty="0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 광고</a:t>
                  </a:r>
                  <a:r>
                    <a:rPr kumimoji="0" lang="en-US" altLang="ko-KR" sz="1200" b="1" dirty="0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’ </a:t>
                  </a:r>
                  <a:r>
                    <a:rPr kumimoji="0" lang="ko-KR" altLang="en-US" sz="1200" b="1" dirty="0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란</a:t>
                  </a:r>
                  <a:r>
                    <a:rPr kumimoji="0" lang="en-US" altLang="ko-KR" sz="1200" b="1" dirty="0">
                      <a:gradFill>
                        <a:gsLst>
                          <a:gs pos="83000">
                            <a:srgbClr val="E7E6E6">
                              <a:lumMod val="25000"/>
                            </a:srgbClr>
                          </a:gs>
                          <a:gs pos="100000">
                            <a:srgbClr val="E7E6E6">
                              <a:lumMod val="25000"/>
                            </a:srgb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?</a:t>
                  </a:r>
                  <a:endParaRPr kumimoji="0" lang="ko-KR" altLang="en-US" sz="1200" dirty="0">
                    <a:gradFill>
                      <a:gsLst>
                        <a:gs pos="83000">
                          <a:srgbClr val="E7E6E6">
                            <a:lumMod val="25000"/>
                          </a:srgbClr>
                        </a:gs>
                        <a:gs pos="100000">
                          <a:srgbClr val="E7E6E6">
                            <a:lumMod val="25000"/>
                          </a:srgbClr>
                        </a:gs>
                      </a:gsLst>
                      <a:lin ang="54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  <p:grpSp>
            <p:nvGrpSpPr>
              <p:cNvPr id="146" name="그룹 145"/>
              <p:cNvGrpSpPr/>
              <p:nvPr/>
            </p:nvGrpSpPr>
            <p:grpSpPr>
              <a:xfrm>
                <a:off x="362592" y="5445273"/>
                <a:ext cx="7062071" cy="715271"/>
                <a:chOff x="354728" y="5301626"/>
                <a:chExt cx="7062071" cy="782281"/>
              </a:xfrm>
            </p:grpSpPr>
            <p:sp>
              <p:nvSpPr>
                <p:cNvPr id="154" name="모서리가 둥근 직사각형 153"/>
                <p:cNvSpPr/>
                <p:nvPr/>
              </p:nvSpPr>
              <p:spPr bwMode="auto">
                <a:xfrm>
                  <a:off x="354728" y="5301626"/>
                  <a:ext cx="7062071" cy="782281"/>
                </a:xfrm>
                <a:prstGeom prst="roundRect">
                  <a:avLst>
                    <a:gd name="adj" fmla="val 0"/>
                  </a:avLst>
                </a:prstGeom>
                <a:solidFill>
                  <a:srgbClr val="EAEAEA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36625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549E"/>
                    </a:buClr>
                    <a:buSzTx/>
                    <a:buFont typeface="Wingdings" pitchFamily="2" charset="2"/>
                    <a:buNone/>
                    <a:tabLst/>
                  </a:pPr>
                  <a:endParaRPr kumimoji="1" lang="ko-KR" altLang="en-US" sz="9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E9BAD4E2-8C4C-4FD3-8859-9E0213EA31E1}"/>
                    </a:ext>
                  </a:extLst>
                </p:cNvPr>
                <p:cNvSpPr txBox="1"/>
                <p:nvPr/>
              </p:nvSpPr>
              <p:spPr>
                <a:xfrm>
                  <a:off x="465224" y="5361633"/>
                  <a:ext cx="3181559" cy="676587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l" defTabSz="457200" fontAlgn="auto" latinLnBrk="0">
                    <a:lnSpc>
                      <a:spcPct val="114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FontTx/>
                    <a:buNone/>
                  </a:pPr>
                  <a:r>
                    <a:rPr kumimoji="0" lang="ko-KR" altLang="en-US" sz="1000" b="1" spc="-20" dirty="0">
                      <a:gradFill>
                        <a:gsLst>
                          <a:gs pos="83000">
                            <a:prstClr val="black">
                              <a:lumMod val="65000"/>
                              <a:lumOff val="35000"/>
                            </a:prstClr>
                          </a:gs>
                          <a:gs pos="100000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내용을 입력해주세요</a:t>
                  </a:r>
                  <a:br>
                    <a:rPr kumimoji="0" lang="en-US" altLang="ko-KR" sz="1000" b="1" spc="-20" dirty="0">
                      <a:gradFill>
                        <a:gsLst>
                          <a:gs pos="83000">
                            <a:prstClr val="black">
                              <a:lumMod val="65000"/>
                              <a:lumOff val="35000"/>
                            </a:prstClr>
                          </a:gs>
                          <a:gs pos="100000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</a:br>
                  <a:r>
                    <a:rPr kumimoji="0" lang="ko-KR" altLang="en-US" sz="1000" b="1" spc="-20" dirty="0">
                      <a:gradFill>
                        <a:gsLst>
                          <a:gs pos="83000">
                            <a:prstClr val="black">
                              <a:lumMod val="65000"/>
                              <a:lumOff val="35000"/>
                            </a:prstClr>
                          </a:gs>
                          <a:gs pos="100000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내용을 입력해주세요</a:t>
                  </a:r>
                  <a:br>
                    <a:rPr kumimoji="0" lang="en-US" altLang="ko-KR" sz="1000" b="1" spc="-20" dirty="0">
                      <a:gradFill>
                        <a:gsLst>
                          <a:gs pos="83000">
                            <a:prstClr val="black">
                              <a:lumMod val="65000"/>
                              <a:lumOff val="35000"/>
                            </a:prstClr>
                          </a:gs>
                          <a:gs pos="100000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</a:br>
                  <a:r>
                    <a:rPr kumimoji="0" lang="ko-KR" altLang="en-US" sz="1000" b="1" spc="-20" dirty="0">
                      <a:gradFill>
                        <a:gsLst>
                          <a:gs pos="83000">
                            <a:prstClr val="black">
                              <a:lumMod val="65000"/>
                              <a:lumOff val="35000"/>
                            </a:prstClr>
                          </a:gs>
                          <a:gs pos="100000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lin ang="54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내용을 입력해주세요</a:t>
                  </a:r>
                </a:p>
              </p:txBody>
            </p:sp>
          </p:grpSp>
          <p:grpSp>
            <p:nvGrpSpPr>
              <p:cNvPr id="147" name="그룹 146">
                <a:extLst>
                  <a:ext uri="{FF2B5EF4-FFF2-40B4-BE49-F238E27FC236}">
                    <a16:creationId xmlns:a16="http://schemas.microsoft.com/office/drawing/2014/main" id="{6DB4FA67-104C-41D4-B2A0-C599C722D60F}"/>
                  </a:ext>
                </a:extLst>
              </p:cNvPr>
              <p:cNvGrpSpPr/>
              <p:nvPr/>
            </p:nvGrpSpPr>
            <p:grpSpPr>
              <a:xfrm>
                <a:off x="3517946" y="5207234"/>
                <a:ext cx="3817217" cy="886251"/>
                <a:chOff x="517531" y="3342545"/>
                <a:chExt cx="3158854" cy="1008638"/>
              </a:xfrm>
            </p:grpSpPr>
            <p:sp>
              <p:nvSpPr>
                <p:cNvPr id="148" name="AutoShape 31">
                  <a:extLst>
                    <a:ext uri="{FF2B5EF4-FFF2-40B4-BE49-F238E27FC236}">
                      <a16:creationId xmlns:a16="http://schemas.microsoft.com/office/drawing/2014/main" id="{D24E7D98-6BCD-4C3C-ABE6-CE152CA5C6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531" y="3349413"/>
                  <a:ext cx="992008" cy="1001770"/>
                </a:xfrm>
                <a:prstGeom prst="homePlate">
                  <a:avLst>
                    <a:gd name="adj" fmla="val 0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7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6774" tIns="53387" rIns="106774" bIns="53387" rtlCol="0" anchor="ctr"/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  <a:buNone/>
                    <a:defRPr/>
                  </a:pPr>
                  <a:endParaRPr kumimoji="1" lang="ko-KR" altLang="en-US" sz="1050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49" name="Rectangle 37">
                  <a:extLst>
                    <a:ext uri="{FF2B5EF4-FFF2-40B4-BE49-F238E27FC236}">
                      <a16:creationId xmlns:a16="http://schemas.microsoft.com/office/drawing/2014/main" id="{078449D1-327F-4154-B85D-70F4ED17CC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0110" y="3342545"/>
                  <a:ext cx="993869" cy="258574"/>
                </a:xfrm>
                <a:prstGeom prst="rect">
                  <a:avLst/>
                </a:prstGeom>
                <a:solidFill>
                  <a:srgbClr val="7F7F7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lIns="108000" tIns="72000" rIns="108000" rtlCol="0" anchor="ctr"/>
                <a:lstStyle/>
                <a:p>
                  <a:pPr latinLnBrk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  <a:defRPr/>
                  </a:pPr>
                  <a:r>
                    <a:rPr lang="ko-KR" altLang="en-US" sz="1100" b="1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내용입력</a:t>
                  </a:r>
                  <a:endParaRPr lang="ko-KR" altLang="en-US" sz="11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50" name="AutoShape 31">
                  <a:extLst>
                    <a:ext uri="{FF2B5EF4-FFF2-40B4-BE49-F238E27FC236}">
                      <a16:creationId xmlns:a16="http://schemas.microsoft.com/office/drawing/2014/main" id="{A9768740-7A3D-47FB-B926-8C6D484853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4064" y="3349413"/>
                  <a:ext cx="992008" cy="1001770"/>
                </a:xfrm>
                <a:prstGeom prst="homePlate">
                  <a:avLst>
                    <a:gd name="adj" fmla="val 0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7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6774" tIns="53387" rIns="106774" bIns="53387" rtlCol="0" anchor="ctr"/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  <a:buNone/>
                    <a:defRPr/>
                  </a:pPr>
                  <a:endParaRPr kumimoji="1" lang="ko-KR" altLang="en-US" sz="1050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51" name="Rectangle 37">
                  <a:extLst>
                    <a:ext uri="{FF2B5EF4-FFF2-40B4-BE49-F238E27FC236}">
                      <a16:creationId xmlns:a16="http://schemas.microsoft.com/office/drawing/2014/main" id="{0112BD2B-6049-4EA7-84A1-152A7B4833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643" y="3342545"/>
                  <a:ext cx="993869" cy="258574"/>
                </a:xfrm>
                <a:prstGeom prst="rect">
                  <a:avLst/>
                </a:prstGeom>
                <a:solidFill>
                  <a:srgbClr val="7F7F7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lIns="108000" tIns="72000" rIns="108000" rtlCol="0" anchor="ctr"/>
                <a:lstStyle/>
                <a:p>
                  <a:pPr latinLnBrk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  <a:defRPr/>
                  </a:pPr>
                  <a:r>
                    <a:rPr lang="ko-KR" altLang="en-US" sz="1100" b="1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내용입력</a:t>
                  </a:r>
                  <a:endParaRPr lang="ko-KR" altLang="en-US" sz="11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52" name="AutoShape 31">
                  <a:extLst>
                    <a:ext uri="{FF2B5EF4-FFF2-40B4-BE49-F238E27FC236}">
                      <a16:creationId xmlns:a16="http://schemas.microsoft.com/office/drawing/2014/main" id="{A9768740-7A3D-47FB-B926-8C6D484853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79937" y="3349413"/>
                  <a:ext cx="992008" cy="1001770"/>
                </a:xfrm>
                <a:prstGeom prst="homePlate">
                  <a:avLst>
                    <a:gd name="adj" fmla="val 0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7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6774" tIns="53387" rIns="106774" bIns="53387" rtlCol="0" anchor="ctr"/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  <a:buNone/>
                    <a:defRPr/>
                  </a:pPr>
                  <a:endParaRPr kumimoji="1" lang="ko-KR" altLang="en-US" sz="1050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53" name="Rectangle 37">
                  <a:extLst>
                    <a:ext uri="{FF2B5EF4-FFF2-40B4-BE49-F238E27FC236}">
                      <a16:creationId xmlns:a16="http://schemas.microsoft.com/office/drawing/2014/main" id="{0112BD2B-6049-4EA7-84A1-152A7B4833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2516" y="3342545"/>
                  <a:ext cx="993869" cy="258574"/>
                </a:xfrm>
                <a:prstGeom prst="rect">
                  <a:avLst/>
                </a:prstGeom>
                <a:solidFill>
                  <a:srgbClr val="7F7F7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lIns="108000" tIns="72000" rIns="108000" rtlCol="0" anchor="ctr"/>
                <a:lstStyle/>
                <a:p>
                  <a:pPr latinLnBrk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>
                      <a:srgbClr val="788BB9"/>
                    </a:buClr>
                    <a:buSzPct val="60000"/>
                    <a:defRPr/>
                  </a:pPr>
                  <a:r>
                    <a:rPr lang="ko-KR" altLang="en-US" sz="1100" b="1" dirty="0" err="1">
                      <a:ln>
                        <a:solidFill>
                          <a:srgbClr val="4F81B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내용입력</a:t>
                  </a:r>
                  <a:endParaRPr lang="ko-KR" altLang="en-US" sz="11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</p:grpSp>
        <p:grpSp>
          <p:nvGrpSpPr>
            <p:cNvPr id="130" name="그룹 129"/>
            <p:cNvGrpSpPr/>
            <p:nvPr/>
          </p:nvGrpSpPr>
          <p:grpSpPr>
            <a:xfrm>
              <a:off x="448747" y="3510434"/>
              <a:ext cx="6875627" cy="1630630"/>
              <a:chOff x="448747" y="3329044"/>
              <a:chExt cx="6875627" cy="1630630"/>
            </a:xfrm>
          </p:grpSpPr>
          <p:pic>
            <p:nvPicPr>
              <p:cNvPr id="137" name="Picture 222" descr="그림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4833"/>
              <a:stretch>
                <a:fillRect/>
              </a:stretch>
            </p:blipFill>
            <p:spPr bwMode="auto">
              <a:xfrm>
                <a:off x="448747" y="3944636"/>
                <a:ext cx="6875627" cy="1015038"/>
              </a:xfrm>
              <a:prstGeom prst="rect">
                <a:avLst/>
              </a:prstGeom>
              <a:solidFill>
                <a:srgbClr val="005AA9"/>
              </a:solidFill>
              <a:ln w="9525"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2" name="그림 141">
                <a:extLst>
                  <a:ext uri="{FF2B5EF4-FFF2-40B4-BE49-F238E27FC236}">
                    <a16:creationId xmlns:a16="http://schemas.microsoft.com/office/drawing/2014/main" id="{892EAF51-8744-4D22-BBE3-D90C6A230A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4711" t="25872" r="22764" b="39372"/>
              <a:stretch/>
            </p:blipFill>
            <p:spPr>
              <a:xfrm>
                <a:off x="2983585" y="3329044"/>
                <a:ext cx="1825721" cy="132854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43" name="그림 142">
                <a:extLst>
                  <a:ext uri="{FF2B5EF4-FFF2-40B4-BE49-F238E27FC236}">
                    <a16:creationId xmlns:a16="http://schemas.microsoft.com/office/drawing/2014/main" id="{892EAF51-8744-4D22-BBE3-D90C6A230A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4711" t="25872" r="22764" b="39372"/>
              <a:stretch/>
            </p:blipFill>
            <p:spPr>
              <a:xfrm>
                <a:off x="926119" y="3497856"/>
                <a:ext cx="1593735" cy="115973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44" name="그림 143">
                <a:extLst>
                  <a:ext uri="{FF2B5EF4-FFF2-40B4-BE49-F238E27FC236}">
                    <a16:creationId xmlns:a16="http://schemas.microsoft.com/office/drawing/2014/main" id="{892EAF51-8744-4D22-BBE3-D90C6A230A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4711" t="25872" r="22764" b="39372"/>
              <a:stretch/>
            </p:blipFill>
            <p:spPr>
              <a:xfrm>
                <a:off x="5273036" y="3497856"/>
                <a:ext cx="1593735" cy="115973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grpSp>
        <p:nvGrpSpPr>
          <p:cNvPr id="162" name="그룹 161"/>
          <p:cNvGrpSpPr/>
          <p:nvPr/>
        </p:nvGrpSpPr>
        <p:grpSpPr>
          <a:xfrm>
            <a:off x="360363" y="5600641"/>
            <a:ext cx="7064301" cy="332345"/>
            <a:chOff x="3968454" y="6621137"/>
            <a:chExt cx="3456210" cy="302132"/>
          </a:xfrm>
          <a:solidFill>
            <a:srgbClr val="1047C5"/>
          </a:solidFill>
        </p:grpSpPr>
        <p:sp>
          <p:nvSpPr>
            <p:cNvPr id="163" name="직사각형 162"/>
            <p:cNvSpPr/>
            <p:nvPr/>
          </p:nvSpPr>
          <p:spPr>
            <a:xfrm>
              <a:off x="3968454" y="6621137"/>
              <a:ext cx="3456210" cy="302132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08000" tIns="72000" rIns="108000" rtlCol="0" anchor="ctr"/>
            <a:lstStyle/>
            <a:p>
              <a:pPr latinLnBrk="0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788BB9"/>
                </a:buClr>
                <a:buSzPct val="60000"/>
              </a:pPr>
              <a:endParaRPr lang="ko-KR" altLang="en-US" sz="12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4" name="사각형: 둥근 모서리 168">
              <a:extLst>
                <a:ext uri="{FF2B5EF4-FFF2-40B4-BE49-F238E27FC236}">
                  <a16:creationId xmlns:a16="http://schemas.microsoft.com/office/drawing/2014/main" id="{5281044B-404C-4CB1-AABB-3011D212AFA4}"/>
                </a:ext>
              </a:extLst>
            </p:cNvPr>
            <p:cNvSpPr/>
            <p:nvPr/>
          </p:nvSpPr>
          <p:spPr>
            <a:xfrm>
              <a:off x="4623619" y="6651454"/>
              <a:ext cx="2164532" cy="2468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bIns="72000" rtlCol="0" anchor="ctr">
              <a:noAutofit/>
            </a:bodyPr>
            <a:lstStyle/>
            <a:p>
              <a:pPr latinLnBrk="0">
                <a:spcAft>
                  <a:spcPts val="448"/>
                </a:spcAft>
                <a:buClr>
                  <a:srgbClr val="0070C0"/>
                </a:buClr>
                <a:buSzPct val="140000"/>
                <a:tabLst>
                  <a:tab pos="5065983" algn="l"/>
                </a:tabLst>
                <a:defRPr/>
              </a:pPr>
              <a:r>
                <a:rPr lang="ko-KR" altLang="en-US" sz="1400" spc="-45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내용을 입력해주세요</a:t>
              </a:r>
            </a:p>
          </p:txBody>
        </p:sp>
        <p:sp>
          <p:nvSpPr>
            <p:cNvPr id="165" name="순서도: 수동 입력 9"/>
            <p:cNvSpPr/>
            <p:nvPr/>
          </p:nvSpPr>
          <p:spPr>
            <a:xfrm rot="16200000" flipH="1">
              <a:off x="7101792" y="6601753"/>
              <a:ext cx="298072" cy="341469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7581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758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7581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758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166" name="그룹 165"/>
          <p:cNvGrpSpPr/>
          <p:nvPr/>
        </p:nvGrpSpPr>
        <p:grpSpPr>
          <a:xfrm>
            <a:off x="360363" y="1407274"/>
            <a:ext cx="7064301" cy="332345"/>
            <a:chOff x="3968454" y="6621137"/>
            <a:chExt cx="3456210" cy="302132"/>
          </a:xfrm>
          <a:solidFill>
            <a:srgbClr val="1047C5"/>
          </a:solidFill>
        </p:grpSpPr>
        <p:sp>
          <p:nvSpPr>
            <p:cNvPr id="167" name="직사각형 166"/>
            <p:cNvSpPr/>
            <p:nvPr/>
          </p:nvSpPr>
          <p:spPr>
            <a:xfrm>
              <a:off x="3968454" y="6621137"/>
              <a:ext cx="3456210" cy="302132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08000" tIns="72000" rIns="108000" rtlCol="0" anchor="ctr"/>
            <a:lstStyle/>
            <a:p>
              <a:pPr latinLnBrk="0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788BB9"/>
                </a:buClr>
                <a:buSzPct val="60000"/>
              </a:pPr>
              <a:endParaRPr lang="ko-KR" altLang="en-US" sz="12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8" name="사각형: 둥근 모서리 168">
              <a:extLst>
                <a:ext uri="{FF2B5EF4-FFF2-40B4-BE49-F238E27FC236}">
                  <a16:creationId xmlns:a16="http://schemas.microsoft.com/office/drawing/2014/main" id="{5281044B-404C-4CB1-AABB-3011D212AFA4}"/>
                </a:ext>
              </a:extLst>
            </p:cNvPr>
            <p:cNvSpPr/>
            <p:nvPr/>
          </p:nvSpPr>
          <p:spPr>
            <a:xfrm>
              <a:off x="4623619" y="6651454"/>
              <a:ext cx="2164532" cy="2468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bIns="72000" rtlCol="0" anchor="ctr">
              <a:noAutofit/>
            </a:bodyPr>
            <a:lstStyle/>
            <a:p>
              <a:pPr latinLnBrk="0">
                <a:spcAft>
                  <a:spcPts val="448"/>
                </a:spcAft>
                <a:buClr>
                  <a:srgbClr val="0070C0"/>
                </a:buClr>
                <a:buSzPct val="140000"/>
                <a:tabLst>
                  <a:tab pos="5065983" algn="l"/>
                </a:tabLst>
                <a:defRPr/>
              </a:pPr>
              <a:r>
                <a:rPr lang="ko-KR" altLang="en-US" sz="1400" spc="-45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내용을 입력해주세요</a:t>
              </a:r>
            </a:p>
          </p:txBody>
        </p:sp>
        <p:sp>
          <p:nvSpPr>
            <p:cNvPr id="169" name="순서도: 수동 입력 9"/>
            <p:cNvSpPr/>
            <p:nvPr/>
          </p:nvSpPr>
          <p:spPr>
            <a:xfrm rot="16200000" flipH="1">
              <a:off x="7101792" y="6601753"/>
              <a:ext cx="298072" cy="341469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7581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758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7581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758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577302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/>
          <p:cNvGrpSpPr/>
          <p:nvPr/>
        </p:nvGrpSpPr>
        <p:grpSpPr>
          <a:xfrm>
            <a:off x="1603565" y="5561852"/>
            <a:ext cx="2255285" cy="1281308"/>
            <a:chOff x="8176937" y="2339302"/>
            <a:chExt cx="1892063" cy="1078719"/>
          </a:xfrm>
        </p:grpSpPr>
        <p:sp>
          <p:nvSpPr>
            <p:cNvPr id="53" name="모서리가 둥근 직사각형 52"/>
            <p:cNvSpPr/>
            <p:nvPr/>
          </p:nvSpPr>
          <p:spPr>
            <a:xfrm>
              <a:off x="8250554" y="2565721"/>
              <a:ext cx="1816045" cy="852300"/>
            </a:xfrm>
            <a:prstGeom prst="roundRect">
              <a:avLst>
                <a:gd name="adj" fmla="val 5796"/>
              </a:avLst>
            </a:prstGeom>
            <a:solidFill>
              <a:schemeClr val="bg1"/>
            </a:solidFill>
            <a:ln>
              <a:noFill/>
            </a:ln>
            <a:effectLst>
              <a:outerShdw dist="38100" dir="5400000" algn="t" rotWithShape="0">
                <a:schemeClr val="bg1">
                  <a:lumMod val="7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다이아몬드 53"/>
            <p:cNvSpPr/>
            <p:nvPr/>
          </p:nvSpPr>
          <p:spPr>
            <a:xfrm>
              <a:off x="8200655" y="2629440"/>
              <a:ext cx="91772" cy="91772"/>
            </a:xfrm>
            <a:prstGeom prst="diamond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5" name="다이아몬드 54"/>
            <p:cNvSpPr/>
            <p:nvPr/>
          </p:nvSpPr>
          <p:spPr>
            <a:xfrm>
              <a:off x="8469916" y="2363016"/>
              <a:ext cx="111294" cy="111293"/>
            </a:xfrm>
            <a:prstGeom prst="diamond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8250617" y="2411969"/>
              <a:ext cx="1818383" cy="964924"/>
            </a:xfrm>
            <a:prstGeom prst="roundRect">
              <a:avLst>
                <a:gd name="adj" fmla="val 5796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28673">
                <a:lnSpc>
                  <a:spcPct val="110000"/>
                </a:lnSpc>
                <a:buSzPct val="80000"/>
                <a:defRPr/>
              </a:pPr>
              <a:r>
                <a:rPr lang="ko-KR" altLang="en-US" sz="1200" b="1" spc="-58" dirty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내용을</a:t>
              </a:r>
              <a:br>
                <a:rPr lang="ko-KR" altLang="en-US" sz="1200" b="1" spc="-58" dirty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</a:br>
              <a:r>
                <a:rPr lang="ko-KR" altLang="en-US" sz="1200" b="1" spc="-58" dirty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입력해주세요</a:t>
              </a:r>
            </a:p>
          </p:txBody>
        </p:sp>
        <p:grpSp>
          <p:nvGrpSpPr>
            <p:cNvPr id="57" name="그룹 56"/>
            <p:cNvGrpSpPr/>
            <p:nvPr/>
          </p:nvGrpSpPr>
          <p:grpSpPr>
            <a:xfrm>
              <a:off x="8176937" y="2339302"/>
              <a:ext cx="351347" cy="337922"/>
              <a:chOff x="8176937" y="2339302"/>
              <a:chExt cx="351347" cy="337922"/>
            </a:xfrm>
          </p:grpSpPr>
          <p:grpSp>
            <p:nvGrpSpPr>
              <p:cNvPr id="58" name="그룹 57"/>
              <p:cNvGrpSpPr/>
              <p:nvPr/>
            </p:nvGrpSpPr>
            <p:grpSpPr>
              <a:xfrm>
                <a:off x="8200105" y="2339302"/>
                <a:ext cx="328179" cy="337922"/>
                <a:chOff x="7936478" y="2092325"/>
                <a:chExt cx="391290" cy="402910"/>
              </a:xfrm>
            </p:grpSpPr>
            <p:sp>
              <p:nvSpPr>
                <p:cNvPr id="60" name="자유형 59"/>
                <p:cNvSpPr/>
                <p:nvPr/>
              </p:nvSpPr>
              <p:spPr>
                <a:xfrm>
                  <a:off x="7936478" y="2119312"/>
                  <a:ext cx="391290" cy="375923"/>
                </a:xfrm>
                <a:custGeom>
                  <a:avLst/>
                  <a:gdLst>
                    <a:gd name="connsiteX0" fmla="*/ 33240 w 167693"/>
                    <a:gd name="connsiteY0" fmla="*/ 0 h 167693"/>
                    <a:gd name="connsiteX1" fmla="*/ 167693 w 167693"/>
                    <a:gd name="connsiteY1" fmla="*/ 0 h 167693"/>
                    <a:gd name="connsiteX2" fmla="*/ 0 w 167693"/>
                    <a:gd name="connsiteY2" fmla="*/ 167693 h 167693"/>
                    <a:gd name="connsiteX3" fmla="*/ 0 w 167693"/>
                    <a:gd name="connsiteY3" fmla="*/ 33240 h 167693"/>
                    <a:gd name="connsiteX4" fmla="*/ 33240 w 167693"/>
                    <a:gd name="connsiteY4" fmla="*/ 0 h 167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7693" h="167693">
                      <a:moveTo>
                        <a:pt x="33240" y="0"/>
                      </a:moveTo>
                      <a:lnTo>
                        <a:pt x="167693" y="0"/>
                      </a:lnTo>
                      <a:lnTo>
                        <a:pt x="0" y="167693"/>
                      </a:lnTo>
                      <a:lnTo>
                        <a:pt x="0" y="33240"/>
                      </a:lnTo>
                      <a:cubicBezTo>
                        <a:pt x="0" y="14882"/>
                        <a:pt x="14882" y="0"/>
                        <a:pt x="33240" y="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829452"/>
                  <a:endParaRPr lang="ko-KR" altLang="en-US" sz="800" b="1" spc="-4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cxnSp>
              <p:nvCxnSpPr>
                <p:cNvPr id="61" name="직선 연결선 60"/>
                <p:cNvCxnSpPr/>
                <p:nvPr/>
              </p:nvCxnSpPr>
              <p:spPr>
                <a:xfrm flipH="1">
                  <a:off x="8186738" y="2092325"/>
                  <a:ext cx="107950" cy="10794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" name="Rectangle 26"/>
              <p:cNvSpPr>
                <a:spLocks noChangeArrowheads="1"/>
              </p:cNvSpPr>
              <p:nvPr/>
            </p:nvSpPr>
            <p:spPr bwMode="auto">
              <a:xfrm>
                <a:off x="8176937" y="2376231"/>
                <a:ext cx="241482" cy="1929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90000"/>
                  </a:lnSpc>
                  <a:buSzPct val="80000"/>
                </a:pPr>
                <a:r>
                  <a:rPr lang="en-US" altLang="ko-KR" sz="1100" b="1" spc="-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1</a:t>
                </a:r>
                <a:endParaRPr lang="ko-KR" altLang="en-US" sz="1100" b="1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22" name="그룹 21"/>
          <p:cNvGrpSpPr/>
          <p:nvPr/>
        </p:nvGrpSpPr>
        <p:grpSpPr>
          <a:xfrm>
            <a:off x="3927836" y="5561852"/>
            <a:ext cx="2245760" cy="1281308"/>
            <a:chOff x="8184928" y="2339302"/>
            <a:chExt cx="1884072" cy="1078719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8250554" y="2565721"/>
              <a:ext cx="1816045" cy="852300"/>
            </a:xfrm>
            <a:prstGeom prst="roundRect">
              <a:avLst>
                <a:gd name="adj" fmla="val 5796"/>
              </a:avLst>
            </a:prstGeom>
            <a:solidFill>
              <a:schemeClr val="bg1"/>
            </a:solidFill>
            <a:ln>
              <a:noFill/>
            </a:ln>
            <a:effectLst>
              <a:outerShdw dist="38100" dir="5400000" algn="t" rotWithShape="0">
                <a:srgbClr val="3778BF">
                  <a:alpha val="4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5" name="다이아몬드 44"/>
            <p:cNvSpPr/>
            <p:nvPr/>
          </p:nvSpPr>
          <p:spPr>
            <a:xfrm>
              <a:off x="8200655" y="2629440"/>
              <a:ext cx="91772" cy="91772"/>
            </a:xfrm>
            <a:prstGeom prst="diamond">
              <a:avLst/>
            </a:prstGeom>
            <a:solidFill>
              <a:srgbClr val="204D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6" name="다이아몬드 45"/>
            <p:cNvSpPr/>
            <p:nvPr/>
          </p:nvSpPr>
          <p:spPr>
            <a:xfrm>
              <a:off x="8469916" y="2363016"/>
              <a:ext cx="111294" cy="111293"/>
            </a:xfrm>
            <a:prstGeom prst="diamond">
              <a:avLst/>
            </a:prstGeom>
            <a:solidFill>
              <a:srgbClr val="204D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8250617" y="2411969"/>
              <a:ext cx="1818383" cy="964924"/>
            </a:xfrm>
            <a:prstGeom prst="roundRect">
              <a:avLst>
                <a:gd name="adj" fmla="val 5796"/>
              </a:avLst>
            </a:prstGeom>
            <a:solidFill>
              <a:schemeClr val="bg1"/>
            </a:solidFill>
            <a:ln w="9525">
              <a:solidFill>
                <a:srgbClr val="039FE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28673">
                <a:lnSpc>
                  <a:spcPct val="110000"/>
                </a:lnSpc>
                <a:buSzPct val="80000"/>
                <a:defRPr/>
              </a:pPr>
              <a:r>
                <a:rPr lang="ko-KR" altLang="en-US" sz="1200" b="1" spc="-58" dirty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내용을</a:t>
              </a:r>
              <a:br>
                <a:rPr lang="ko-KR" altLang="en-US" sz="1200" b="1" spc="-58" dirty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</a:br>
              <a:r>
                <a:rPr lang="ko-KR" altLang="en-US" sz="1200" b="1" spc="-58" dirty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입력해주세요</a:t>
              </a:r>
            </a:p>
          </p:txBody>
        </p:sp>
        <p:grpSp>
          <p:nvGrpSpPr>
            <p:cNvPr id="48" name="그룹 47"/>
            <p:cNvGrpSpPr/>
            <p:nvPr/>
          </p:nvGrpSpPr>
          <p:grpSpPr>
            <a:xfrm>
              <a:off x="8184928" y="2339302"/>
              <a:ext cx="343356" cy="337922"/>
              <a:chOff x="8184928" y="2339302"/>
              <a:chExt cx="343356" cy="337922"/>
            </a:xfrm>
          </p:grpSpPr>
          <p:grpSp>
            <p:nvGrpSpPr>
              <p:cNvPr id="49" name="그룹 48"/>
              <p:cNvGrpSpPr/>
              <p:nvPr/>
            </p:nvGrpSpPr>
            <p:grpSpPr>
              <a:xfrm>
                <a:off x="8200105" y="2339302"/>
                <a:ext cx="328179" cy="337922"/>
                <a:chOff x="7936478" y="2092325"/>
                <a:chExt cx="391290" cy="402910"/>
              </a:xfrm>
            </p:grpSpPr>
            <p:sp>
              <p:nvSpPr>
                <p:cNvPr id="51" name="자유형 50"/>
                <p:cNvSpPr/>
                <p:nvPr/>
              </p:nvSpPr>
              <p:spPr>
                <a:xfrm>
                  <a:off x="7936478" y="2119312"/>
                  <a:ext cx="391290" cy="375923"/>
                </a:xfrm>
                <a:custGeom>
                  <a:avLst/>
                  <a:gdLst>
                    <a:gd name="connsiteX0" fmla="*/ 33240 w 167693"/>
                    <a:gd name="connsiteY0" fmla="*/ 0 h 167693"/>
                    <a:gd name="connsiteX1" fmla="*/ 167693 w 167693"/>
                    <a:gd name="connsiteY1" fmla="*/ 0 h 167693"/>
                    <a:gd name="connsiteX2" fmla="*/ 0 w 167693"/>
                    <a:gd name="connsiteY2" fmla="*/ 167693 h 167693"/>
                    <a:gd name="connsiteX3" fmla="*/ 0 w 167693"/>
                    <a:gd name="connsiteY3" fmla="*/ 33240 h 167693"/>
                    <a:gd name="connsiteX4" fmla="*/ 33240 w 167693"/>
                    <a:gd name="connsiteY4" fmla="*/ 0 h 167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7693" h="167693">
                      <a:moveTo>
                        <a:pt x="33240" y="0"/>
                      </a:moveTo>
                      <a:lnTo>
                        <a:pt x="167693" y="0"/>
                      </a:lnTo>
                      <a:lnTo>
                        <a:pt x="0" y="167693"/>
                      </a:lnTo>
                      <a:lnTo>
                        <a:pt x="0" y="33240"/>
                      </a:lnTo>
                      <a:cubicBezTo>
                        <a:pt x="0" y="14882"/>
                        <a:pt x="14882" y="0"/>
                        <a:pt x="33240" y="0"/>
                      </a:cubicBezTo>
                      <a:close/>
                    </a:path>
                  </a:pathLst>
                </a:custGeom>
                <a:solidFill>
                  <a:srgbClr val="039F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>
                    <a:ln>
                      <a:solidFill>
                        <a:srgbClr val="D9D9D9">
                          <a:alpha val="0"/>
                        </a:srgbClr>
                      </a:solidFill>
                    </a:ln>
                  </a:endParaRPr>
                </a:p>
              </p:txBody>
            </p:sp>
            <p:cxnSp>
              <p:nvCxnSpPr>
                <p:cNvPr id="52" name="직선 연결선 51"/>
                <p:cNvCxnSpPr/>
                <p:nvPr/>
              </p:nvCxnSpPr>
              <p:spPr>
                <a:xfrm flipH="1">
                  <a:off x="8186738" y="2092325"/>
                  <a:ext cx="107950" cy="10794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Rectangle 26"/>
              <p:cNvSpPr>
                <a:spLocks noChangeArrowheads="1"/>
              </p:cNvSpPr>
              <p:nvPr/>
            </p:nvSpPr>
            <p:spPr bwMode="auto">
              <a:xfrm>
                <a:off x="8184928" y="2352174"/>
                <a:ext cx="241482" cy="1929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90000"/>
                  </a:lnSpc>
                  <a:buSzPct val="80000"/>
                </a:pPr>
                <a:r>
                  <a:rPr lang="en-US" altLang="ko-KR" sz="1100" b="1" spc="-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1</a:t>
                </a:r>
                <a:endParaRPr lang="ko-KR" altLang="en-US" sz="1100" b="1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23" name="그룹 22"/>
          <p:cNvGrpSpPr/>
          <p:nvPr/>
        </p:nvGrpSpPr>
        <p:grpSpPr>
          <a:xfrm>
            <a:off x="1686530" y="4168488"/>
            <a:ext cx="2169457" cy="1124588"/>
            <a:chOff x="7825166" y="2865121"/>
            <a:chExt cx="2210748" cy="982461"/>
          </a:xfrm>
        </p:grpSpPr>
        <p:sp>
          <p:nvSpPr>
            <p:cNvPr id="42" name="양쪽 모서리가 둥근 사각형 36">
              <a:extLst>
                <a:ext uri="{FF2B5EF4-FFF2-40B4-BE49-F238E27FC236}">
                  <a16:creationId xmlns:a16="http://schemas.microsoft.com/office/drawing/2014/main" id="{E373F769-6855-40EB-969C-D2C21359C0E2}"/>
                </a:ext>
              </a:extLst>
            </p:cNvPr>
            <p:cNvSpPr/>
            <p:nvPr/>
          </p:nvSpPr>
          <p:spPr>
            <a:xfrm flipH="1">
              <a:off x="7825166" y="2865121"/>
              <a:ext cx="2210748" cy="982461"/>
            </a:xfrm>
            <a:prstGeom prst="roundRect">
              <a:avLst>
                <a:gd name="adj" fmla="val 3462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355"/>
              <a:endParaRPr kumimoji="1" lang="ko-KR" altLang="en-US" sz="9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F559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3" name="모서리가 둥근 직사각형 42"/>
            <p:cNvSpPr/>
            <p:nvPr/>
          </p:nvSpPr>
          <p:spPr>
            <a:xfrm>
              <a:off x="7874113" y="2903790"/>
              <a:ext cx="2112852" cy="237402"/>
            </a:xfrm>
            <a:prstGeom prst="roundRect">
              <a:avLst>
                <a:gd name="adj" fmla="val 10363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내용을 입력해주세요</a:t>
              </a: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4003667" y="4168488"/>
            <a:ext cx="2169457" cy="1124588"/>
            <a:chOff x="7825166" y="2865121"/>
            <a:chExt cx="2210748" cy="982461"/>
          </a:xfrm>
        </p:grpSpPr>
        <p:sp>
          <p:nvSpPr>
            <p:cNvPr id="40" name="양쪽 모서리가 둥근 사각형 36">
              <a:extLst>
                <a:ext uri="{FF2B5EF4-FFF2-40B4-BE49-F238E27FC236}">
                  <a16:creationId xmlns:a16="http://schemas.microsoft.com/office/drawing/2014/main" id="{E373F769-6855-40EB-969C-D2C21359C0E2}"/>
                </a:ext>
              </a:extLst>
            </p:cNvPr>
            <p:cNvSpPr/>
            <p:nvPr/>
          </p:nvSpPr>
          <p:spPr>
            <a:xfrm flipH="1">
              <a:off x="7825166" y="2865121"/>
              <a:ext cx="2210748" cy="982461"/>
            </a:xfrm>
            <a:prstGeom prst="roundRect">
              <a:avLst>
                <a:gd name="adj" fmla="val 3462"/>
              </a:avLst>
            </a:prstGeom>
            <a:solidFill>
              <a:schemeClr val="bg1"/>
            </a:solidFill>
            <a:ln w="9525">
              <a:solidFill>
                <a:srgbClr val="1047C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355"/>
              <a:endParaRPr kumimoji="1" lang="ko-KR" altLang="en-US" sz="9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F559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7874113" y="2903790"/>
              <a:ext cx="2112852" cy="237402"/>
            </a:xfrm>
            <a:prstGeom prst="roundRect">
              <a:avLst>
                <a:gd name="adj" fmla="val 10363"/>
              </a:avLst>
            </a:prstGeom>
            <a:solidFill>
              <a:srgbClr val="1047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indent="-177792" algn="ctr" fontAlgn="base">
                <a:spcBef>
                  <a:spcPct val="0"/>
                </a:spcBef>
                <a:spcAft>
                  <a:spcPts val="448"/>
                </a:spcAft>
                <a:buClr>
                  <a:srgbClr val="0070C0"/>
                </a:buClr>
                <a:buSzPct val="80000"/>
                <a:tabLst>
                  <a:tab pos="5648047" algn="l"/>
                </a:tabLst>
              </a:pPr>
              <a:r>
                <a:rPr lang="ko-KR" altLang="en-US" sz="105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내용을 입력해주세요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FE0AE67-AD35-4C88-B4EA-CAEC9B0F7844}"/>
              </a:ext>
            </a:extLst>
          </p:cNvPr>
          <p:cNvGrpSpPr/>
          <p:nvPr/>
        </p:nvGrpSpPr>
        <p:grpSpPr>
          <a:xfrm>
            <a:off x="1692193" y="2358306"/>
            <a:ext cx="2187998" cy="273355"/>
            <a:chOff x="4871672" y="2478616"/>
            <a:chExt cx="2586568" cy="330760"/>
          </a:xfrm>
        </p:grpSpPr>
        <p:sp>
          <p:nvSpPr>
            <p:cNvPr id="37" name="모서리가 둥근 직사각형 157">
              <a:extLst>
                <a:ext uri="{FF2B5EF4-FFF2-40B4-BE49-F238E27FC236}">
                  <a16:creationId xmlns:a16="http://schemas.microsoft.com/office/drawing/2014/main" id="{E2075427-F8D9-4A7D-B789-48202D486159}"/>
                </a:ext>
              </a:extLst>
            </p:cNvPr>
            <p:cNvSpPr/>
            <p:nvPr/>
          </p:nvSpPr>
          <p:spPr>
            <a:xfrm rot="5400000" flipH="1">
              <a:off x="5999576" y="1350712"/>
              <a:ext cx="330760" cy="2586568"/>
            </a:xfrm>
            <a:prstGeom prst="roundRect">
              <a:avLst>
                <a:gd name="adj" fmla="val 15354"/>
              </a:avLst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n>
                  <a:solidFill>
                    <a:srgbClr val="D9D9D9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38" name="자유형 160">
              <a:extLst>
                <a:ext uri="{FF2B5EF4-FFF2-40B4-BE49-F238E27FC236}">
                  <a16:creationId xmlns:a16="http://schemas.microsoft.com/office/drawing/2014/main" id="{CCBFC86C-576F-4AF2-8B2B-5605D1DF6C6C}"/>
                </a:ext>
              </a:extLst>
            </p:cNvPr>
            <p:cNvSpPr/>
            <p:nvPr/>
          </p:nvSpPr>
          <p:spPr>
            <a:xfrm rot="10800000" flipH="1" flipV="1">
              <a:off x="4908938" y="2511429"/>
              <a:ext cx="434443" cy="163622"/>
            </a:xfrm>
            <a:custGeom>
              <a:avLst/>
              <a:gdLst>
                <a:gd name="connsiteX0" fmla="*/ 50265 w 438901"/>
                <a:gd name="connsiteY0" fmla="*/ 0 h 271467"/>
                <a:gd name="connsiteX1" fmla="*/ 438901 w 438901"/>
                <a:gd name="connsiteY1" fmla="*/ 0 h 271467"/>
                <a:gd name="connsiteX2" fmla="*/ 303374 w 438901"/>
                <a:gd name="connsiteY2" fmla="*/ 45335 h 271467"/>
                <a:gd name="connsiteX3" fmla="*/ 75450 w 438901"/>
                <a:gd name="connsiteY3" fmla="*/ 185801 h 271467"/>
                <a:gd name="connsiteX4" fmla="*/ 0 w 438901"/>
                <a:gd name="connsiteY4" fmla="*/ 271467 h 271467"/>
                <a:gd name="connsiteX5" fmla="*/ 0 w 438901"/>
                <a:gd name="connsiteY5" fmla="*/ 50265 h 271467"/>
                <a:gd name="connsiteX6" fmla="*/ 50265 w 438901"/>
                <a:gd name="connsiteY6" fmla="*/ 0 h 271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901" h="271467">
                  <a:moveTo>
                    <a:pt x="50265" y="0"/>
                  </a:moveTo>
                  <a:lnTo>
                    <a:pt x="438901" y="0"/>
                  </a:lnTo>
                  <a:lnTo>
                    <a:pt x="303374" y="45335"/>
                  </a:lnTo>
                  <a:cubicBezTo>
                    <a:pt x="213590" y="82717"/>
                    <a:pt x="136107" y="130468"/>
                    <a:pt x="75450" y="185801"/>
                  </a:cubicBezTo>
                  <a:lnTo>
                    <a:pt x="0" y="271467"/>
                  </a:lnTo>
                  <a:lnTo>
                    <a:pt x="0" y="50265"/>
                  </a:lnTo>
                  <a:cubicBezTo>
                    <a:pt x="0" y="22504"/>
                    <a:pt x="22504" y="0"/>
                    <a:pt x="50265" y="0"/>
                  </a:cubicBezTo>
                  <a:close/>
                </a:path>
              </a:pathLst>
            </a:custGeom>
            <a:gradFill flip="none" rotWithShape="1">
              <a:gsLst>
                <a:gs pos="8000">
                  <a:schemeClr val="bg1">
                    <a:alpha val="20000"/>
                  </a:schemeClr>
                </a:gs>
                <a:gs pos="99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n>
                  <a:solidFill>
                    <a:srgbClr val="D9D9D9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44AF012-219E-4ED0-8194-A6A4E54DF6A5}"/>
                </a:ext>
              </a:extLst>
            </p:cNvPr>
            <p:cNvSpPr/>
            <p:nvPr/>
          </p:nvSpPr>
          <p:spPr>
            <a:xfrm flipH="1">
              <a:off x="5373789" y="2542429"/>
              <a:ext cx="1582333" cy="203132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7620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내용을 입력하세요</a:t>
              </a:r>
              <a:r>
                <a:rPr lang="en-US" altLang="ko-KR" sz="12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_12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DB4FA67-104C-41D4-B2A0-C599C722D60F}"/>
              </a:ext>
            </a:extLst>
          </p:cNvPr>
          <p:cNvGrpSpPr/>
          <p:nvPr/>
        </p:nvGrpSpPr>
        <p:grpSpPr>
          <a:xfrm>
            <a:off x="1705499" y="2741671"/>
            <a:ext cx="2152531" cy="1182083"/>
            <a:chOff x="517531" y="3345550"/>
            <a:chExt cx="2068541" cy="1182083"/>
          </a:xfrm>
        </p:grpSpPr>
        <p:sp>
          <p:nvSpPr>
            <p:cNvPr id="33" name="AutoShape 31">
              <a:extLst>
                <a:ext uri="{FF2B5EF4-FFF2-40B4-BE49-F238E27FC236}">
                  <a16:creationId xmlns:a16="http://schemas.microsoft.com/office/drawing/2014/main" id="{D24E7D98-6BCD-4C3C-ABE6-CE152CA5C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31" y="3349412"/>
              <a:ext cx="992008" cy="1178221"/>
            </a:xfrm>
            <a:prstGeom prst="homePlate">
              <a:avLst>
                <a:gd name="adj" fmla="val 0"/>
              </a:avLst>
            </a:prstGeom>
            <a:solidFill>
              <a:srgbClr val="ADADAD">
                <a:alpha val="26000"/>
              </a:srgbClr>
            </a:solidFill>
            <a:ln w="12700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6774" tIns="53387" rIns="106774" bIns="53387" rtlCol="0" anchor="ctr"/>
            <a:lstStyle/>
            <a:p>
              <a:pPr algn="ctr">
                <a:spcBef>
                  <a:spcPts val="200"/>
                </a:spcBef>
                <a:spcAft>
                  <a:spcPts val="200"/>
                </a:spcAft>
                <a:buClr>
                  <a:srgbClr val="788BB9"/>
                </a:buClr>
                <a:buSzPct val="60000"/>
                <a:buNone/>
                <a:defRPr/>
              </a:pPr>
              <a:endParaRPr kumimoji="1" lang="ko-KR" altLang="en-US" sz="1050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4" name="Rectangle 37">
              <a:extLst>
                <a:ext uri="{FF2B5EF4-FFF2-40B4-BE49-F238E27FC236}">
                  <a16:creationId xmlns:a16="http://schemas.microsoft.com/office/drawing/2014/main" id="{078449D1-327F-4154-B85D-70F4ED17C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110" y="3345550"/>
              <a:ext cx="986850" cy="2136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08000" tIns="72000" rIns="108000" rtlCol="0" anchor="ctr"/>
            <a:lstStyle/>
            <a:p>
              <a:pPr algn="ctr" latinLnBrk="0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788BB9"/>
                </a:buClr>
                <a:buSzPct val="60000"/>
                <a:defRPr/>
              </a:pPr>
              <a:r>
                <a:rPr lang="ko-KR" altLang="en-US" sz="11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내용입력</a:t>
              </a:r>
            </a:p>
          </p:txBody>
        </p:sp>
        <p:sp>
          <p:nvSpPr>
            <p:cNvPr id="35" name="AutoShape 31">
              <a:extLst>
                <a:ext uri="{FF2B5EF4-FFF2-40B4-BE49-F238E27FC236}">
                  <a16:creationId xmlns:a16="http://schemas.microsoft.com/office/drawing/2014/main" id="{A9768740-7A3D-47FB-B926-8C6D48485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4064" y="3349412"/>
              <a:ext cx="992008" cy="1178221"/>
            </a:xfrm>
            <a:prstGeom prst="homePlate">
              <a:avLst>
                <a:gd name="adj" fmla="val 0"/>
              </a:avLst>
            </a:prstGeom>
            <a:solidFill>
              <a:srgbClr val="ADADAD">
                <a:alpha val="26000"/>
              </a:srgbClr>
            </a:solidFill>
            <a:ln w="12700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6774" tIns="53387" rIns="106774" bIns="53387" rtlCol="0" anchor="ctr"/>
            <a:lstStyle/>
            <a:p>
              <a:pPr algn="ctr">
                <a:spcBef>
                  <a:spcPts val="200"/>
                </a:spcBef>
                <a:spcAft>
                  <a:spcPts val="200"/>
                </a:spcAft>
                <a:buClr>
                  <a:srgbClr val="788BB9"/>
                </a:buClr>
                <a:buSzPct val="60000"/>
                <a:buNone/>
                <a:defRPr/>
              </a:pPr>
              <a:endParaRPr kumimoji="1" lang="ko-KR" altLang="en-US" sz="1050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0112BD2B-6049-4EA7-84A1-152A7B483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643" y="3345550"/>
              <a:ext cx="986850" cy="2136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08000" tIns="72000" rIns="108000" rtlCol="0" anchor="ctr"/>
            <a:lstStyle/>
            <a:p>
              <a:pPr algn="ctr" latinLnBrk="0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788BB9"/>
                </a:buClr>
                <a:buSzPct val="60000"/>
                <a:buNone/>
                <a:defRPr/>
              </a:pPr>
              <a:r>
                <a:rPr lang="ko-KR" altLang="en-US" sz="11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내용입력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3985598" y="2358306"/>
            <a:ext cx="2187998" cy="1565449"/>
            <a:chOff x="2784210" y="2123247"/>
            <a:chExt cx="2187998" cy="1565449"/>
          </a:xfrm>
        </p:grpSpPr>
        <p:sp>
          <p:nvSpPr>
            <p:cNvPr id="28" name="AutoShape 31">
              <a:extLst>
                <a:ext uri="{FF2B5EF4-FFF2-40B4-BE49-F238E27FC236}">
                  <a16:creationId xmlns:a16="http://schemas.microsoft.com/office/drawing/2014/main" id="{A9768740-7A3D-47FB-B926-8C6D48485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9889" y="2370748"/>
              <a:ext cx="2169457" cy="1317948"/>
            </a:xfrm>
            <a:prstGeom prst="homePlate">
              <a:avLst>
                <a:gd name="adj" fmla="val 0"/>
              </a:avLst>
            </a:prstGeom>
            <a:solidFill>
              <a:srgbClr val="ADADAD">
                <a:alpha val="26000"/>
              </a:srgbClr>
            </a:solidFill>
            <a:ln w="12700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6774" tIns="53387" rIns="106774" bIns="53387" rtlCol="0" anchor="ctr"/>
            <a:lstStyle/>
            <a:p>
              <a:pPr algn="ctr">
                <a:spcBef>
                  <a:spcPts val="200"/>
                </a:spcBef>
                <a:spcAft>
                  <a:spcPts val="200"/>
                </a:spcAft>
                <a:buClr>
                  <a:srgbClr val="788BB9"/>
                </a:buClr>
                <a:buSzPct val="60000"/>
                <a:buNone/>
                <a:defRPr/>
              </a:pPr>
              <a:endParaRPr kumimoji="1" lang="ko-KR" altLang="en-US" sz="1050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3FF3CED1-BAF8-49CF-AFD0-7968BCC0F9EE}"/>
                </a:ext>
              </a:extLst>
            </p:cNvPr>
            <p:cNvGrpSpPr/>
            <p:nvPr/>
          </p:nvGrpSpPr>
          <p:grpSpPr>
            <a:xfrm flipH="1">
              <a:off x="2784210" y="2123247"/>
              <a:ext cx="2187998" cy="273355"/>
              <a:chOff x="4871672" y="2478616"/>
              <a:chExt cx="2586568" cy="330760"/>
            </a:xfrm>
          </p:grpSpPr>
          <p:sp>
            <p:nvSpPr>
              <p:cNvPr id="30" name="모서리가 둥근 직사각형 157">
                <a:extLst>
                  <a:ext uri="{FF2B5EF4-FFF2-40B4-BE49-F238E27FC236}">
                    <a16:creationId xmlns:a16="http://schemas.microsoft.com/office/drawing/2014/main" id="{DF9DCE99-2356-425C-8F01-E79A1E6A5BCE}"/>
                  </a:ext>
                </a:extLst>
              </p:cNvPr>
              <p:cNvSpPr/>
              <p:nvPr/>
            </p:nvSpPr>
            <p:spPr>
              <a:xfrm rot="5400000" flipH="1">
                <a:off x="5999576" y="1350712"/>
                <a:ext cx="330760" cy="2586568"/>
              </a:xfrm>
              <a:prstGeom prst="roundRect">
                <a:avLst>
                  <a:gd name="adj" fmla="val 15354"/>
                </a:avLst>
              </a:prstGeom>
              <a:solidFill>
                <a:srgbClr val="1047C5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0" rtlCol="0" anchor="ctr"/>
              <a:lstStyle/>
              <a:p>
                <a:pPr algn="ctr"/>
                <a:endParaRPr lang="ko-KR" altLang="en-US" sz="1600" b="1">
                  <a:ln>
                    <a:solidFill>
                      <a:srgbClr val="D2DFF1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1" name="자유형 160">
                <a:extLst>
                  <a:ext uri="{FF2B5EF4-FFF2-40B4-BE49-F238E27FC236}">
                    <a16:creationId xmlns:a16="http://schemas.microsoft.com/office/drawing/2014/main" id="{211E539C-011D-4CC6-B655-293744A5D4C8}"/>
                  </a:ext>
                </a:extLst>
              </p:cNvPr>
              <p:cNvSpPr/>
              <p:nvPr/>
            </p:nvSpPr>
            <p:spPr>
              <a:xfrm rot="10800000" flipH="1" flipV="1">
                <a:off x="4908938" y="2511429"/>
                <a:ext cx="434443" cy="163622"/>
              </a:xfrm>
              <a:custGeom>
                <a:avLst/>
                <a:gdLst>
                  <a:gd name="connsiteX0" fmla="*/ 50265 w 438901"/>
                  <a:gd name="connsiteY0" fmla="*/ 0 h 271467"/>
                  <a:gd name="connsiteX1" fmla="*/ 438901 w 438901"/>
                  <a:gd name="connsiteY1" fmla="*/ 0 h 271467"/>
                  <a:gd name="connsiteX2" fmla="*/ 303374 w 438901"/>
                  <a:gd name="connsiteY2" fmla="*/ 45335 h 271467"/>
                  <a:gd name="connsiteX3" fmla="*/ 75450 w 438901"/>
                  <a:gd name="connsiteY3" fmla="*/ 185801 h 271467"/>
                  <a:gd name="connsiteX4" fmla="*/ 0 w 438901"/>
                  <a:gd name="connsiteY4" fmla="*/ 271467 h 271467"/>
                  <a:gd name="connsiteX5" fmla="*/ 0 w 438901"/>
                  <a:gd name="connsiteY5" fmla="*/ 50265 h 271467"/>
                  <a:gd name="connsiteX6" fmla="*/ 50265 w 438901"/>
                  <a:gd name="connsiteY6" fmla="*/ 0 h 271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01" h="271467">
                    <a:moveTo>
                      <a:pt x="50265" y="0"/>
                    </a:moveTo>
                    <a:lnTo>
                      <a:pt x="438901" y="0"/>
                    </a:lnTo>
                    <a:lnTo>
                      <a:pt x="303374" y="45335"/>
                    </a:lnTo>
                    <a:cubicBezTo>
                      <a:pt x="213590" y="82717"/>
                      <a:pt x="136107" y="130468"/>
                      <a:pt x="75450" y="185801"/>
                    </a:cubicBezTo>
                    <a:lnTo>
                      <a:pt x="0" y="271467"/>
                    </a:lnTo>
                    <a:lnTo>
                      <a:pt x="0" y="50265"/>
                    </a:lnTo>
                    <a:cubicBezTo>
                      <a:pt x="0" y="22504"/>
                      <a:pt x="22504" y="0"/>
                      <a:pt x="50265" y="0"/>
                    </a:cubicBezTo>
                    <a:close/>
                  </a:path>
                </a:pathLst>
              </a:custGeom>
              <a:gradFill flip="none" rotWithShape="1">
                <a:gsLst>
                  <a:gs pos="8000">
                    <a:schemeClr val="bg1">
                      <a:alpha val="20000"/>
                    </a:schemeClr>
                  </a:gs>
                  <a:gs pos="99000">
                    <a:schemeClr val="bg1">
                      <a:alpha val="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n>
                    <a:solidFill>
                      <a:srgbClr val="D9D9D9">
                        <a:alpha val="0"/>
                      </a:srgbClr>
                    </a:solidFill>
                  </a:ln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990BA35A-BF1F-4E02-BABC-A44733609E71}"/>
                  </a:ext>
                </a:extLst>
              </p:cNvPr>
              <p:cNvSpPr/>
              <p:nvPr/>
            </p:nvSpPr>
            <p:spPr>
              <a:xfrm flipH="1">
                <a:off x="5373788" y="2542429"/>
                <a:ext cx="1582333" cy="203132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7620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200" b="1" dirty="0">
                    <a:ln>
                      <a:solidFill>
                        <a:srgbClr val="D9D9D9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입력하세요</a:t>
                </a:r>
                <a:r>
                  <a:rPr lang="en-US" altLang="ko-KR" sz="1200" b="1" dirty="0">
                    <a:ln>
                      <a:solidFill>
                        <a:srgbClr val="D9D9D9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_12</a:t>
                </a:r>
              </a:p>
            </p:txBody>
          </p:sp>
        </p:grpSp>
      </p:grpSp>
      <p:grpSp>
        <p:nvGrpSpPr>
          <p:cNvPr id="7" name="그룹 6"/>
          <p:cNvGrpSpPr/>
          <p:nvPr/>
        </p:nvGrpSpPr>
        <p:grpSpPr>
          <a:xfrm>
            <a:off x="1691870" y="7113996"/>
            <a:ext cx="2163477" cy="534605"/>
            <a:chOff x="490482" y="6179967"/>
            <a:chExt cx="2179787" cy="534605"/>
          </a:xfrm>
        </p:grpSpPr>
        <p:grpSp>
          <p:nvGrpSpPr>
            <p:cNvPr id="15" name="그룹 14"/>
            <p:cNvGrpSpPr/>
            <p:nvPr/>
          </p:nvGrpSpPr>
          <p:grpSpPr>
            <a:xfrm>
              <a:off x="490482" y="6179967"/>
              <a:ext cx="1059543" cy="534605"/>
              <a:chOff x="5545857" y="6102414"/>
              <a:chExt cx="1059543" cy="534605"/>
            </a:xfrm>
          </p:grpSpPr>
          <p:sp>
            <p:nvSpPr>
              <p:cNvPr id="19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5545857" y="6102414"/>
                <a:ext cx="1059543" cy="534605"/>
              </a:xfrm>
              <a:prstGeom prst="roundRect">
                <a:avLst>
                  <a:gd name="adj" fmla="val 7340"/>
                </a:avLst>
              </a:prstGeom>
              <a:solidFill>
                <a:schemeClr val="bg1">
                  <a:lumMod val="85000"/>
                  <a:alpha val="51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72000" rtlCol="0" anchor="ctr"/>
              <a:lstStyle/>
              <a:p>
                <a:pPr algn="ctr" defTabSz="914355"/>
                <a:r>
                  <a:rPr kumimoji="1" lang="ko-KR" altLang="en-US" sz="9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</a:t>
                </a:r>
                <a:endParaRPr kumimoji="1" lang="en-US" altLang="ko-KR" sz="9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 defTabSz="914355"/>
                <a:endParaRPr kumimoji="1" lang="ko-KR" altLang="en-US" sz="9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0" name="모서리가 둥근 직사각형 19"/>
              <p:cNvSpPr/>
              <p:nvPr/>
            </p:nvSpPr>
            <p:spPr>
              <a:xfrm>
                <a:off x="5638476" y="6369716"/>
                <a:ext cx="865954" cy="19812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입력해주세요</a:t>
                </a:r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1610726" y="6179967"/>
              <a:ext cx="1059543" cy="534605"/>
              <a:chOff x="5545857" y="6102414"/>
              <a:chExt cx="1059543" cy="534605"/>
            </a:xfrm>
          </p:grpSpPr>
          <p:sp>
            <p:nvSpPr>
              <p:cNvPr id="17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5545857" y="6102414"/>
                <a:ext cx="1059543" cy="534605"/>
              </a:xfrm>
              <a:prstGeom prst="roundRect">
                <a:avLst>
                  <a:gd name="adj" fmla="val 7340"/>
                </a:avLst>
              </a:prstGeom>
              <a:solidFill>
                <a:schemeClr val="bg1">
                  <a:lumMod val="85000"/>
                  <a:alpha val="51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72000" rtlCol="0" anchor="ctr"/>
              <a:lstStyle/>
              <a:p>
                <a:pPr algn="ctr" defTabSz="914355"/>
                <a:r>
                  <a:rPr kumimoji="1" lang="ko-KR" altLang="en-US" sz="9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</a:t>
                </a:r>
                <a:endParaRPr kumimoji="1" lang="en-US" altLang="ko-KR" sz="9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 defTabSz="914355"/>
                <a:endParaRPr kumimoji="1" lang="ko-KR" altLang="en-US" sz="9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8" name="모서리가 둥근 직사각형 17"/>
              <p:cNvSpPr/>
              <p:nvPr/>
            </p:nvSpPr>
            <p:spPr>
              <a:xfrm>
                <a:off x="5638476" y="6369716"/>
                <a:ext cx="865954" cy="19812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입력해주세요</a:t>
                </a:r>
              </a:p>
            </p:txBody>
          </p:sp>
        </p:grpSp>
      </p:grpSp>
      <p:grpSp>
        <p:nvGrpSpPr>
          <p:cNvPr id="8" name="그룹 7"/>
          <p:cNvGrpSpPr/>
          <p:nvPr/>
        </p:nvGrpSpPr>
        <p:grpSpPr>
          <a:xfrm>
            <a:off x="4007257" y="7113996"/>
            <a:ext cx="2163477" cy="534605"/>
            <a:chOff x="490482" y="6179967"/>
            <a:chExt cx="2179787" cy="534605"/>
          </a:xfrm>
        </p:grpSpPr>
        <p:grpSp>
          <p:nvGrpSpPr>
            <p:cNvPr id="9" name="그룹 8"/>
            <p:cNvGrpSpPr/>
            <p:nvPr/>
          </p:nvGrpSpPr>
          <p:grpSpPr>
            <a:xfrm>
              <a:off x="490482" y="6179967"/>
              <a:ext cx="1059543" cy="534605"/>
              <a:chOff x="5545857" y="6102414"/>
              <a:chExt cx="1059543" cy="534605"/>
            </a:xfrm>
          </p:grpSpPr>
          <p:sp>
            <p:nvSpPr>
              <p:cNvPr id="13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5545857" y="6102414"/>
                <a:ext cx="1059543" cy="534605"/>
              </a:xfrm>
              <a:prstGeom prst="roundRect">
                <a:avLst>
                  <a:gd name="adj" fmla="val 7340"/>
                </a:avLst>
              </a:prstGeom>
              <a:solidFill>
                <a:srgbClr val="EAF3FA"/>
              </a:solidFill>
              <a:ln w="9525">
                <a:solidFill>
                  <a:srgbClr val="3778BF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252000" rtlCol="0" anchor="ctr"/>
              <a:lstStyle/>
              <a:p>
                <a:pPr algn="ctr" defTabSz="914355"/>
                <a:r>
                  <a:rPr kumimoji="1" lang="ko-KR" altLang="en-US" sz="9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204D9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</a:t>
                </a:r>
                <a:endParaRPr kumimoji="1" lang="en-US" altLang="ko-KR" sz="9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04D9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4" name="모서리가 둥근 직사각형 13"/>
              <p:cNvSpPr/>
              <p:nvPr/>
            </p:nvSpPr>
            <p:spPr>
              <a:xfrm>
                <a:off x="5638476" y="6369716"/>
                <a:ext cx="865954" cy="19812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입력해주세요</a:t>
                </a:r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1610726" y="6179967"/>
              <a:ext cx="1059543" cy="534605"/>
              <a:chOff x="5545857" y="6102414"/>
              <a:chExt cx="1059543" cy="534605"/>
            </a:xfrm>
          </p:grpSpPr>
          <p:sp>
            <p:nvSpPr>
              <p:cNvPr id="11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5545857" y="6102414"/>
                <a:ext cx="1059543" cy="534605"/>
              </a:xfrm>
              <a:prstGeom prst="roundRect">
                <a:avLst>
                  <a:gd name="adj" fmla="val 7340"/>
                </a:avLst>
              </a:prstGeom>
              <a:solidFill>
                <a:srgbClr val="EAF3FA"/>
              </a:solidFill>
              <a:ln w="9525">
                <a:solidFill>
                  <a:srgbClr val="3778BF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252000" rtlCol="0" anchor="ctr"/>
              <a:lstStyle/>
              <a:p>
                <a:pPr algn="ctr" defTabSz="914355"/>
                <a:r>
                  <a:rPr kumimoji="1" lang="ko-KR" altLang="en-US" sz="9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204D9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</a:t>
                </a:r>
                <a:endParaRPr kumimoji="1" lang="en-US" altLang="ko-KR" sz="9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04D9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2" name="모서리가 둥근 직사각형 11"/>
              <p:cNvSpPr/>
              <p:nvPr/>
            </p:nvSpPr>
            <p:spPr>
              <a:xfrm>
                <a:off x="5638476" y="6369716"/>
                <a:ext cx="865954" cy="19812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입력해주세요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1174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432197" y="5725489"/>
            <a:ext cx="3277393" cy="967585"/>
            <a:chOff x="6542403" y="2819772"/>
            <a:chExt cx="3277393" cy="967585"/>
          </a:xfrm>
        </p:grpSpPr>
        <p:grpSp>
          <p:nvGrpSpPr>
            <p:cNvPr id="6" name="그룹 5"/>
            <p:cNvGrpSpPr/>
            <p:nvPr/>
          </p:nvGrpSpPr>
          <p:grpSpPr>
            <a:xfrm>
              <a:off x="6548900" y="2889647"/>
              <a:ext cx="3270896" cy="897710"/>
              <a:chOff x="6420803" y="2797220"/>
              <a:chExt cx="3527091" cy="1069167"/>
            </a:xfrm>
          </p:grpSpPr>
          <p:sp>
            <p:nvSpPr>
              <p:cNvPr id="11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6420803" y="2797220"/>
                <a:ext cx="1691966" cy="485580"/>
              </a:xfrm>
              <a:prstGeom prst="roundRect">
                <a:avLst>
                  <a:gd name="adj" fmla="val 13719"/>
                </a:avLst>
              </a:prstGeom>
              <a:solidFill>
                <a:srgbClr val="EAF3FA"/>
              </a:solidFill>
              <a:ln>
                <a:noFill/>
              </a:ln>
              <a:effectLst>
                <a:innerShdw dist="165100" dir="20400000">
                  <a:schemeClr val="bg1">
                    <a:alpha val="8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spcAft>
                    <a:spcPts val="500"/>
                  </a:spcAft>
                  <a:buClr>
                    <a:srgbClr val="0070C0"/>
                  </a:buClr>
                </a:pPr>
                <a:r>
                  <a:rPr kumimoji="1" lang="ko-KR" altLang="en-US" sz="900" b="1" dirty="0" err="1">
                    <a:ln>
                      <a:solidFill>
                        <a:srgbClr val="ED5C6E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내용입력</a:t>
                </a:r>
                <a:endParaRPr kumimoji="1" lang="ko-KR" altLang="en-US" sz="900" b="1" dirty="0">
                  <a:ln>
                    <a:solidFill>
                      <a:srgbClr val="ED5C6E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2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8255928" y="2797220"/>
                <a:ext cx="1691966" cy="485580"/>
              </a:xfrm>
              <a:prstGeom prst="roundRect">
                <a:avLst>
                  <a:gd name="adj" fmla="val 13719"/>
                </a:avLst>
              </a:prstGeom>
              <a:solidFill>
                <a:srgbClr val="EAF3FA"/>
              </a:solidFill>
              <a:ln>
                <a:noFill/>
              </a:ln>
              <a:effectLst>
                <a:innerShdw dist="165100" dir="20400000">
                  <a:schemeClr val="bg1">
                    <a:alpha val="8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spcAft>
                    <a:spcPts val="500"/>
                  </a:spcAft>
                  <a:buClr>
                    <a:srgbClr val="0070C0"/>
                  </a:buClr>
                </a:pPr>
                <a:r>
                  <a:rPr kumimoji="1" lang="ko-KR" altLang="en-US" sz="900" b="1" dirty="0" err="1">
                    <a:ln>
                      <a:solidFill>
                        <a:srgbClr val="ED5C6E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내용입력</a:t>
                </a:r>
                <a:endParaRPr kumimoji="1" lang="ko-KR" altLang="en-US" sz="900" b="1" dirty="0">
                  <a:ln>
                    <a:solidFill>
                      <a:srgbClr val="ED5C6E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3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6420803" y="3380807"/>
                <a:ext cx="1691966" cy="485580"/>
              </a:xfrm>
              <a:prstGeom prst="roundRect">
                <a:avLst>
                  <a:gd name="adj" fmla="val 13719"/>
                </a:avLst>
              </a:prstGeom>
              <a:solidFill>
                <a:srgbClr val="EAF3FA"/>
              </a:solidFill>
              <a:ln>
                <a:noFill/>
              </a:ln>
              <a:effectLst>
                <a:innerShdw dist="165100" dir="20400000">
                  <a:schemeClr val="bg1">
                    <a:alpha val="8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spcAft>
                    <a:spcPts val="500"/>
                  </a:spcAft>
                  <a:buClr>
                    <a:srgbClr val="0070C0"/>
                  </a:buClr>
                </a:pPr>
                <a:r>
                  <a:rPr kumimoji="1" lang="ko-KR" altLang="en-US" sz="900" b="1" dirty="0" err="1">
                    <a:ln>
                      <a:solidFill>
                        <a:srgbClr val="ED5C6E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내용입력</a:t>
                </a:r>
                <a:endParaRPr kumimoji="1" lang="ko-KR" altLang="en-US" sz="900" b="1" dirty="0">
                  <a:ln>
                    <a:solidFill>
                      <a:srgbClr val="ED5C6E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4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8255928" y="3380807"/>
                <a:ext cx="1691966" cy="485580"/>
              </a:xfrm>
              <a:prstGeom prst="roundRect">
                <a:avLst>
                  <a:gd name="adj" fmla="val 13719"/>
                </a:avLst>
              </a:prstGeom>
              <a:solidFill>
                <a:srgbClr val="EAF3FA"/>
              </a:solidFill>
              <a:ln>
                <a:noFill/>
              </a:ln>
              <a:effectLst>
                <a:innerShdw dist="165100" dir="20400000">
                  <a:schemeClr val="bg1">
                    <a:alpha val="8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spcAft>
                    <a:spcPts val="500"/>
                  </a:spcAft>
                  <a:buClr>
                    <a:srgbClr val="0070C0"/>
                  </a:buClr>
                </a:pPr>
                <a:r>
                  <a:rPr kumimoji="1" lang="ko-KR" altLang="en-US" sz="900" b="1" dirty="0" err="1">
                    <a:ln>
                      <a:solidFill>
                        <a:srgbClr val="ED5C6E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내용입력</a:t>
                </a:r>
                <a:endParaRPr kumimoji="1" lang="ko-KR" altLang="en-US" sz="900" b="1" dirty="0">
                  <a:ln>
                    <a:solidFill>
                      <a:srgbClr val="ED5C6E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443C6C8-4D05-4B65-BB0A-AB898EE600AA}"/>
                </a:ext>
              </a:extLst>
            </p:cNvPr>
            <p:cNvSpPr/>
            <p:nvPr/>
          </p:nvSpPr>
          <p:spPr>
            <a:xfrm>
              <a:off x="6542403" y="2819772"/>
              <a:ext cx="181293" cy="179498"/>
            </a:xfrm>
            <a:prstGeom prst="ellipse">
              <a:avLst/>
            </a:prstGeom>
            <a:solidFill>
              <a:srgbClr val="039FE3"/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 spc="-8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</a:t>
              </a:r>
              <a:endParaRPr kumimoji="1" lang="ko-KR" altLang="en-US" sz="1000" spc="-8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0443C6C8-4D05-4B65-BB0A-AB898EE600AA}"/>
                </a:ext>
              </a:extLst>
            </p:cNvPr>
            <p:cNvSpPr/>
            <p:nvPr/>
          </p:nvSpPr>
          <p:spPr>
            <a:xfrm>
              <a:off x="6542403" y="3318530"/>
              <a:ext cx="181293" cy="179498"/>
            </a:xfrm>
            <a:prstGeom prst="ellipse">
              <a:avLst/>
            </a:prstGeom>
            <a:solidFill>
              <a:srgbClr val="039FE3"/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 spc="-8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3</a:t>
              </a:r>
              <a:endParaRPr kumimoji="1" lang="ko-KR" altLang="en-US" sz="1000" spc="-8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443C6C8-4D05-4B65-BB0A-AB898EE600AA}"/>
                </a:ext>
              </a:extLst>
            </p:cNvPr>
            <p:cNvSpPr/>
            <p:nvPr/>
          </p:nvSpPr>
          <p:spPr>
            <a:xfrm>
              <a:off x="8262822" y="2819772"/>
              <a:ext cx="181293" cy="179498"/>
            </a:xfrm>
            <a:prstGeom prst="ellipse">
              <a:avLst/>
            </a:prstGeom>
            <a:solidFill>
              <a:srgbClr val="039FE3"/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 spc="-8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</a:t>
              </a:r>
              <a:endParaRPr kumimoji="1" lang="ko-KR" altLang="en-US" sz="1000" spc="-8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443C6C8-4D05-4B65-BB0A-AB898EE600AA}"/>
                </a:ext>
              </a:extLst>
            </p:cNvPr>
            <p:cNvSpPr/>
            <p:nvPr/>
          </p:nvSpPr>
          <p:spPr>
            <a:xfrm>
              <a:off x="8262822" y="3318530"/>
              <a:ext cx="181293" cy="179498"/>
            </a:xfrm>
            <a:prstGeom prst="ellipse">
              <a:avLst/>
            </a:prstGeom>
            <a:solidFill>
              <a:srgbClr val="039FE3"/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 spc="-8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4</a:t>
              </a:r>
              <a:endParaRPr kumimoji="1" lang="ko-KR" altLang="en-US" sz="1000" spc="-8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38694" y="6899567"/>
            <a:ext cx="3270896" cy="1184942"/>
            <a:chOff x="4217900" y="5645517"/>
            <a:chExt cx="2257600" cy="1184942"/>
          </a:xfrm>
        </p:grpSpPr>
        <p:grpSp>
          <p:nvGrpSpPr>
            <p:cNvPr id="16" name="그룹 15"/>
            <p:cNvGrpSpPr/>
            <p:nvPr/>
          </p:nvGrpSpPr>
          <p:grpSpPr>
            <a:xfrm>
              <a:off x="4217900" y="5645517"/>
              <a:ext cx="2257600" cy="534605"/>
              <a:chOff x="5545857" y="6102414"/>
              <a:chExt cx="2257600" cy="534605"/>
            </a:xfrm>
          </p:grpSpPr>
          <p:sp>
            <p:nvSpPr>
              <p:cNvPr id="22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5545857" y="6102414"/>
                <a:ext cx="1059543" cy="534605"/>
              </a:xfrm>
              <a:prstGeom prst="roundRect">
                <a:avLst>
                  <a:gd name="adj" fmla="val 7340"/>
                </a:avLst>
              </a:prstGeom>
              <a:solidFill>
                <a:srgbClr val="EAF3FA"/>
              </a:solidFill>
              <a:ln w="9525">
                <a:solidFill>
                  <a:srgbClr val="6FA1D7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108000" rtlCol="0" anchor="ctr"/>
              <a:lstStyle/>
              <a:p>
                <a:pPr algn="ctr" defTabSz="914355"/>
                <a:r>
                  <a:rPr kumimoji="1" lang="ko-KR" altLang="en-US" sz="10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778BF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 입력하세요</a:t>
                </a:r>
                <a:endParaRPr kumimoji="1" lang="en-US" altLang="ko-KR" sz="1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778B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 defTabSz="914355"/>
                <a:endParaRPr kumimoji="1" lang="ko-KR" altLang="en-US" sz="1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778B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3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6743914" y="6102414"/>
                <a:ext cx="1059543" cy="534605"/>
              </a:xfrm>
              <a:prstGeom prst="roundRect">
                <a:avLst>
                  <a:gd name="adj" fmla="val 7340"/>
                </a:avLst>
              </a:prstGeom>
              <a:solidFill>
                <a:srgbClr val="EAF3FA"/>
              </a:solidFill>
              <a:ln w="9525">
                <a:solidFill>
                  <a:srgbClr val="6FA1D7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108000" rtlCol="0" anchor="ctr"/>
              <a:lstStyle/>
              <a:p>
                <a:pPr algn="ctr" defTabSz="914355"/>
                <a:r>
                  <a:rPr kumimoji="1" lang="ko-KR" altLang="en-US" sz="10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778BF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 입력하세요</a:t>
                </a:r>
                <a:endParaRPr kumimoji="1" lang="en-US" altLang="ko-KR" sz="1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778B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 defTabSz="914355"/>
                <a:endParaRPr kumimoji="1" lang="ko-KR" altLang="en-US" sz="1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778B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4" name="모서리가 둥근 직사각형 23"/>
              <p:cNvSpPr/>
              <p:nvPr/>
            </p:nvSpPr>
            <p:spPr>
              <a:xfrm>
                <a:off x="5638476" y="6369716"/>
                <a:ext cx="865954" cy="19812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</a:t>
                </a:r>
              </a:p>
            </p:txBody>
          </p:sp>
          <p:sp>
            <p:nvSpPr>
              <p:cNvPr id="25" name="모서리가 둥근 직사각형 24"/>
              <p:cNvSpPr/>
              <p:nvPr/>
            </p:nvSpPr>
            <p:spPr>
              <a:xfrm>
                <a:off x="6840708" y="6369716"/>
                <a:ext cx="865954" cy="19812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</a:t>
                </a:r>
              </a:p>
            </p:txBody>
          </p:sp>
        </p:grpSp>
        <p:grpSp>
          <p:nvGrpSpPr>
            <p:cNvPr id="17" name="그룹 16"/>
            <p:cNvGrpSpPr/>
            <p:nvPr/>
          </p:nvGrpSpPr>
          <p:grpSpPr>
            <a:xfrm>
              <a:off x="4217900" y="6295854"/>
              <a:ext cx="2257600" cy="534605"/>
              <a:chOff x="5545857" y="6102414"/>
              <a:chExt cx="2257600" cy="534605"/>
            </a:xfrm>
          </p:grpSpPr>
          <p:sp>
            <p:nvSpPr>
              <p:cNvPr id="18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5545857" y="6102414"/>
                <a:ext cx="1059543" cy="534605"/>
              </a:xfrm>
              <a:prstGeom prst="roundRect">
                <a:avLst>
                  <a:gd name="adj" fmla="val 7340"/>
                </a:avLst>
              </a:prstGeom>
              <a:solidFill>
                <a:srgbClr val="EAF3FA"/>
              </a:solidFill>
              <a:ln w="9525">
                <a:solidFill>
                  <a:srgbClr val="6FA1D7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108000" rtlCol="0" anchor="ctr"/>
              <a:lstStyle/>
              <a:p>
                <a:pPr algn="ctr" defTabSz="914355"/>
                <a:r>
                  <a:rPr kumimoji="1" lang="ko-KR" altLang="en-US" sz="10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778BF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 입력하세요</a:t>
                </a:r>
                <a:endParaRPr kumimoji="1" lang="en-US" altLang="ko-KR" sz="1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778B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 defTabSz="914355"/>
                <a:endParaRPr kumimoji="1" lang="ko-KR" altLang="en-US" sz="1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778B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9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 flipH="1">
                <a:off x="6743914" y="6102414"/>
                <a:ext cx="1059543" cy="534605"/>
              </a:xfrm>
              <a:prstGeom prst="roundRect">
                <a:avLst>
                  <a:gd name="adj" fmla="val 7340"/>
                </a:avLst>
              </a:prstGeom>
              <a:solidFill>
                <a:srgbClr val="EAF3FA"/>
              </a:solidFill>
              <a:ln w="9525">
                <a:solidFill>
                  <a:srgbClr val="6FA1D7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108000" rtlCol="0" anchor="ctr"/>
              <a:lstStyle/>
              <a:p>
                <a:pPr algn="ctr" defTabSz="914355"/>
                <a:r>
                  <a:rPr kumimoji="1" lang="ko-KR" altLang="en-US" sz="10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778BF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내용을 입력하세요</a:t>
                </a:r>
                <a:endParaRPr kumimoji="1" lang="en-US" altLang="ko-KR" sz="1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778B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 defTabSz="914355"/>
                <a:endParaRPr kumimoji="1" lang="ko-KR" altLang="en-US" sz="1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778B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0" name="모서리가 둥근 직사각형 19"/>
              <p:cNvSpPr/>
              <p:nvPr/>
            </p:nvSpPr>
            <p:spPr>
              <a:xfrm>
                <a:off x="5638476" y="6369716"/>
                <a:ext cx="865954" cy="19812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</a:t>
                </a:r>
              </a:p>
            </p:txBody>
          </p:sp>
          <p:sp>
            <p:nvSpPr>
              <p:cNvPr id="21" name="모서리가 둥근 직사각형 20"/>
              <p:cNvSpPr/>
              <p:nvPr/>
            </p:nvSpPr>
            <p:spPr>
              <a:xfrm>
                <a:off x="6840708" y="6369716"/>
                <a:ext cx="865954" cy="19812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07029" fontAlgn="ctr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900" b="1" spc="-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</a:t>
                </a:r>
              </a:p>
            </p:txBody>
          </p:sp>
        </p:grpSp>
      </p:grpSp>
      <p:grpSp>
        <p:nvGrpSpPr>
          <p:cNvPr id="26" name="그룹 25"/>
          <p:cNvGrpSpPr/>
          <p:nvPr/>
        </p:nvGrpSpPr>
        <p:grpSpPr>
          <a:xfrm>
            <a:off x="432197" y="8302487"/>
            <a:ext cx="3280641" cy="1662353"/>
            <a:chOff x="5653983" y="5256698"/>
            <a:chExt cx="3280641" cy="1662353"/>
          </a:xfrm>
        </p:grpSpPr>
        <p:grpSp>
          <p:nvGrpSpPr>
            <p:cNvPr id="27" name="그룹 26"/>
            <p:cNvGrpSpPr/>
            <p:nvPr/>
          </p:nvGrpSpPr>
          <p:grpSpPr>
            <a:xfrm>
              <a:off x="5653983" y="5256698"/>
              <a:ext cx="1541604" cy="1662353"/>
              <a:chOff x="544182" y="4890846"/>
              <a:chExt cx="2219265" cy="1662353"/>
            </a:xfrm>
          </p:grpSpPr>
          <p:grpSp>
            <p:nvGrpSpPr>
              <p:cNvPr id="39" name="그룹 38"/>
              <p:cNvGrpSpPr/>
              <p:nvPr/>
            </p:nvGrpSpPr>
            <p:grpSpPr>
              <a:xfrm>
                <a:off x="544182" y="4890846"/>
                <a:ext cx="2219265" cy="1662353"/>
                <a:chOff x="839487" y="5544279"/>
                <a:chExt cx="1461738" cy="1747150"/>
              </a:xfrm>
            </p:grpSpPr>
            <p:sp>
              <p:nvSpPr>
                <p:cNvPr id="47" name="양쪽 모서리가 둥근 사각형 46"/>
                <p:cNvSpPr/>
                <p:nvPr/>
              </p:nvSpPr>
              <p:spPr>
                <a:xfrm>
                  <a:off x="848645" y="5544279"/>
                  <a:ext cx="1443422" cy="304108"/>
                </a:xfrm>
                <a:prstGeom prst="round2SameRect">
                  <a:avLst>
                    <a:gd name="adj1" fmla="val 14161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bIns="72000" rtlCol="0" anchor="ctr"/>
                <a:lstStyle/>
                <a:p>
                  <a:pPr marL="0" lvl="1" algn="ctr" defTabSz="893054">
                    <a:spcBef>
                      <a:spcPts val="200"/>
                    </a:spcBef>
                    <a:buClr>
                      <a:srgbClr val="3462D4"/>
                    </a:buClr>
                    <a:buSzPct val="80000"/>
                    <a:tabLst>
                      <a:tab pos="5186857" algn="l"/>
                    </a:tabLst>
                    <a:defRPr/>
                  </a:pPr>
                  <a:r>
                    <a:rPr kumimoji="1" lang="ko-KR" altLang="en-US" sz="1100" b="1" kern="0" spc="-50" dirty="0">
                      <a:ln>
                        <a:solidFill>
                          <a:prstClr val="white">
                            <a:alpha val="5000"/>
                          </a:prst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ollehche_v2" panose="02020603020101020101" pitchFamily="18" charset="-127"/>
                      <a:sym typeface="Arial"/>
                    </a:rPr>
                    <a:t>내용 입력해주세요</a:t>
                  </a:r>
                </a:p>
              </p:txBody>
            </p:sp>
            <p:sp>
              <p:nvSpPr>
                <p:cNvPr id="48" name="모서리가 둥근 직사각형 47"/>
                <p:cNvSpPr/>
                <p:nvPr/>
              </p:nvSpPr>
              <p:spPr>
                <a:xfrm>
                  <a:off x="839487" y="5818473"/>
                  <a:ext cx="1461738" cy="1472956"/>
                </a:xfrm>
                <a:prstGeom prst="roundRect">
                  <a:avLst>
                    <a:gd name="adj" fmla="val 2959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40" name="그룹 39"/>
              <p:cNvGrpSpPr/>
              <p:nvPr/>
            </p:nvGrpSpPr>
            <p:grpSpPr>
              <a:xfrm>
                <a:off x="700131" y="5280923"/>
                <a:ext cx="1925602" cy="1145334"/>
                <a:chOff x="700131" y="5251711"/>
                <a:chExt cx="1925602" cy="1203757"/>
              </a:xfrm>
            </p:grpSpPr>
            <p:sp>
              <p:nvSpPr>
                <p:cNvPr id="41" name="모서리가 둥근 직사각형 40"/>
                <p:cNvSpPr/>
                <p:nvPr/>
              </p:nvSpPr>
              <p:spPr>
                <a:xfrm>
                  <a:off x="700131" y="5251711"/>
                  <a:ext cx="1925602" cy="311471"/>
                </a:xfrm>
                <a:prstGeom prst="roundRect">
                  <a:avLst/>
                </a:prstGeom>
                <a:solidFill>
                  <a:srgbClr val="EAEA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lvl="1" algn="ctr" defTabSz="893054">
                    <a:spcBef>
                      <a:spcPts val="200"/>
                    </a:spcBef>
                    <a:buClr>
                      <a:srgbClr val="3462D4"/>
                    </a:buClr>
                    <a:buSzPct val="80000"/>
                    <a:tabLst>
                      <a:tab pos="5186857" algn="l"/>
                    </a:tabLst>
                    <a:defRPr/>
                  </a:pPr>
                  <a:r>
                    <a:rPr kumimoji="1" lang="ko-KR" altLang="en-US" sz="1000" kern="0" spc="-50" dirty="0">
                      <a:ln>
                        <a:solidFill>
                          <a:prstClr val="white">
                            <a:alpha val="5000"/>
                          </a:prstClr>
                        </a:solidFill>
                      </a:ln>
                      <a:solidFill>
                        <a:srgbClr val="41526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ollehche_v2" panose="02020603020101020101" pitchFamily="18" charset="-127"/>
                      <a:sym typeface="Arial"/>
                    </a:rPr>
                    <a:t>내용 입력해주세요</a:t>
                  </a:r>
                </a:p>
              </p:txBody>
            </p:sp>
            <p:sp>
              <p:nvSpPr>
                <p:cNvPr id="42" name="모서리가 둥근 직사각형 41"/>
                <p:cNvSpPr/>
                <p:nvPr/>
              </p:nvSpPr>
              <p:spPr>
                <a:xfrm>
                  <a:off x="700131" y="5697853"/>
                  <a:ext cx="1925602" cy="311471"/>
                </a:xfrm>
                <a:prstGeom prst="roundRect">
                  <a:avLst/>
                </a:prstGeom>
                <a:solidFill>
                  <a:srgbClr val="EAEA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lvl="1" algn="ctr" defTabSz="893054">
                    <a:spcBef>
                      <a:spcPts val="200"/>
                    </a:spcBef>
                    <a:buClr>
                      <a:srgbClr val="3462D4"/>
                    </a:buClr>
                    <a:buSzPct val="80000"/>
                    <a:tabLst>
                      <a:tab pos="5186857" algn="l"/>
                    </a:tabLst>
                    <a:defRPr/>
                  </a:pPr>
                  <a:r>
                    <a:rPr kumimoji="1" lang="ko-KR" altLang="en-US" sz="1000" kern="0" spc="-50" dirty="0">
                      <a:ln>
                        <a:solidFill>
                          <a:prstClr val="white">
                            <a:alpha val="5000"/>
                          </a:prstClr>
                        </a:solidFill>
                      </a:ln>
                      <a:solidFill>
                        <a:srgbClr val="41526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ollehche_v2" panose="02020603020101020101" pitchFamily="18" charset="-127"/>
                      <a:sym typeface="Arial"/>
                    </a:rPr>
                    <a:t>내용 입력해주세요</a:t>
                  </a:r>
                </a:p>
              </p:txBody>
            </p:sp>
            <p:sp>
              <p:nvSpPr>
                <p:cNvPr id="43" name="모서리가 둥근 직사각형 42"/>
                <p:cNvSpPr/>
                <p:nvPr/>
              </p:nvSpPr>
              <p:spPr>
                <a:xfrm>
                  <a:off x="700131" y="6143997"/>
                  <a:ext cx="1925602" cy="311471"/>
                </a:xfrm>
                <a:prstGeom prst="roundRect">
                  <a:avLst/>
                </a:prstGeom>
                <a:solidFill>
                  <a:srgbClr val="EAEA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lvl="1" algn="ctr" defTabSz="893054">
                    <a:spcBef>
                      <a:spcPts val="200"/>
                    </a:spcBef>
                    <a:buClr>
                      <a:srgbClr val="3462D4"/>
                    </a:buClr>
                    <a:buSzPct val="80000"/>
                    <a:tabLst>
                      <a:tab pos="5186857" algn="l"/>
                    </a:tabLst>
                    <a:defRPr/>
                  </a:pPr>
                  <a:r>
                    <a:rPr kumimoji="1" lang="ko-KR" altLang="en-US" sz="1000" kern="0" spc="-50" dirty="0">
                      <a:ln>
                        <a:solidFill>
                          <a:prstClr val="white">
                            <a:alpha val="5000"/>
                          </a:prstClr>
                        </a:solidFill>
                      </a:ln>
                      <a:solidFill>
                        <a:srgbClr val="41526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ollehche_v2" panose="02020603020101020101" pitchFamily="18" charset="-127"/>
                      <a:sym typeface="Arial"/>
                    </a:rPr>
                    <a:t>내용 입력해주세요</a:t>
                  </a:r>
                </a:p>
              </p:txBody>
            </p:sp>
            <p:grpSp>
              <p:nvGrpSpPr>
                <p:cNvPr id="44" name="그룹 43"/>
                <p:cNvGrpSpPr/>
                <p:nvPr/>
              </p:nvGrpSpPr>
              <p:grpSpPr>
                <a:xfrm>
                  <a:off x="1612207" y="5598957"/>
                  <a:ext cx="113563" cy="508251"/>
                  <a:chOff x="1612207" y="5598957"/>
                  <a:chExt cx="113563" cy="508251"/>
                </a:xfrm>
              </p:grpSpPr>
              <p:sp>
                <p:nvSpPr>
                  <p:cNvPr id="45" name="이등변 삼각형 44"/>
                  <p:cNvSpPr/>
                  <p:nvPr/>
                </p:nvSpPr>
                <p:spPr>
                  <a:xfrm flipV="1">
                    <a:off x="1612207" y="5598957"/>
                    <a:ext cx="113563" cy="59621"/>
                  </a:xfrm>
                  <a:prstGeom prst="triangle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6" name="이등변 삼각형 45"/>
                  <p:cNvSpPr/>
                  <p:nvPr/>
                </p:nvSpPr>
                <p:spPr>
                  <a:xfrm flipV="1">
                    <a:off x="1612207" y="6047587"/>
                    <a:ext cx="113563" cy="59621"/>
                  </a:xfrm>
                  <a:prstGeom prst="triangle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  <p:grpSp>
          <p:nvGrpSpPr>
            <p:cNvPr id="28" name="그룹 27"/>
            <p:cNvGrpSpPr/>
            <p:nvPr/>
          </p:nvGrpSpPr>
          <p:grpSpPr>
            <a:xfrm>
              <a:off x="7393020" y="5256698"/>
              <a:ext cx="1541604" cy="1662353"/>
              <a:chOff x="544182" y="4890846"/>
              <a:chExt cx="2219265" cy="1662353"/>
            </a:xfrm>
          </p:grpSpPr>
          <p:grpSp>
            <p:nvGrpSpPr>
              <p:cNvPr id="29" name="그룹 28"/>
              <p:cNvGrpSpPr/>
              <p:nvPr/>
            </p:nvGrpSpPr>
            <p:grpSpPr>
              <a:xfrm>
                <a:off x="544182" y="4890846"/>
                <a:ext cx="2219265" cy="1662353"/>
                <a:chOff x="839487" y="5544279"/>
                <a:chExt cx="1461738" cy="1747150"/>
              </a:xfrm>
            </p:grpSpPr>
            <p:sp>
              <p:nvSpPr>
                <p:cNvPr id="37" name="양쪽 모서리가 둥근 사각형 36"/>
                <p:cNvSpPr/>
                <p:nvPr/>
              </p:nvSpPr>
              <p:spPr>
                <a:xfrm>
                  <a:off x="848645" y="5544279"/>
                  <a:ext cx="1443422" cy="304108"/>
                </a:xfrm>
                <a:prstGeom prst="round2SameRect">
                  <a:avLst>
                    <a:gd name="adj1" fmla="val 14161"/>
                    <a:gd name="adj2" fmla="val 0"/>
                  </a:avLst>
                </a:prstGeom>
                <a:solidFill>
                  <a:srgbClr val="E6F5FD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bIns="72000" rtlCol="0" anchor="ctr"/>
                <a:lstStyle/>
                <a:p>
                  <a:pPr marL="0" lvl="1" algn="ctr" defTabSz="893054">
                    <a:spcBef>
                      <a:spcPts val="200"/>
                    </a:spcBef>
                    <a:buClr>
                      <a:srgbClr val="3462D4"/>
                    </a:buClr>
                    <a:buSzPct val="80000"/>
                    <a:tabLst>
                      <a:tab pos="5186857" algn="l"/>
                    </a:tabLst>
                    <a:defRPr/>
                  </a:pPr>
                  <a:r>
                    <a:rPr kumimoji="1" lang="ko-KR" altLang="en-US" sz="1100" b="1" kern="0" spc="-50" dirty="0">
                      <a:ln>
                        <a:solidFill>
                          <a:prstClr val="white">
                            <a:alpha val="5000"/>
                          </a:prst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ollehche_v2" panose="02020603020101020101" pitchFamily="18" charset="-127"/>
                      <a:sym typeface="Arial"/>
                    </a:rPr>
                    <a:t>내용 입력해주세요</a:t>
                  </a:r>
                </a:p>
              </p:txBody>
            </p:sp>
            <p:sp>
              <p:nvSpPr>
                <p:cNvPr id="38" name="모서리가 둥근 직사각형 37"/>
                <p:cNvSpPr/>
                <p:nvPr/>
              </p:nvSpPr>
              <p:spPr>
                <a:xfrm>
                  <a:off x="839487" y="5818473"/>
                  <a:ext cx="1461738" cy="1472956"/>
                </a:xfrm>
                <a:prstGeom prst="roundRect">
                  <a:avLst>
                    <a:gd name="adj" fmla="val 2959"/>
                  </a:avLst>
                </a:prstGeom>
                <a:solidFill>
                  <a:schemeClr val="bg1"/>
                </a:solidFill>
                <a:ln w="6350">
                  <a:solidFill>
                    <a:srgbClr val="6FA1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30" name="그룹 29"/>
              <p:cNvGrpSpPr/>
              <p:nvPr/>
            </p:nvGrpSpPr>
            <p:grpSpPr>
              <a:xfrm>
                <a:off x="700131" y="5280923"/>
                <a:ext cx="1925602" cy="1145334"/>
                <a:chOff x="700131" y="5251711"/>
                <a:chExt cx="1925602" cy="1203757"/>
              </a:xfrm>
            </p:grpSpPr>
            <p:sp>
              <p:nvSpPr>
                <p:cNvPr id="31" name="모서리가 둥근 직사각형 30"/>
                <p:cNvSpPr/>
                <p:nvPr/>
              </p:nvSpPr>
              <p:spPr>
                <a:xfrm>
                  <a:off x="700131" y="5251711"/>
                  <a:ext cx="1925602" cy="311471"/>
                </a:xfrm>
                <a:prstGeom prst="roundRect">
                  <a:avLst/>
                </a:prstGeom>
                <a:solidFill>
                  <a:srgbClr val="EAF3F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lvl="1" algn="ctr" defTabSz="893054">
                    <a:spcBef>
                      <a:spcPts val="200"/>
                    </a:spcBef>
                    <a:buClr>
                      <a:srgbClr val="3462D4"/>
                    </a:buClr>
                    <a:buSzPct val="80000"/>
                    <a:tabLst>
                      <a:tab pos="5186857" algn="l"/>
                    </a:tabLst>
                    <a:defRPr/>
                  </a:pPr>
                  <a:r>
                    <a:rPr kumimoji="1" lang="ko-KR" altLang="en-US" sz="1000" kern="0" spc="-50" dirty="0">
                      <a:ln>
                        <a:solidFill>
                          <a:prstClr val="white">
                            <a:alpha val="5000"/>
                          </a:prstClr>
                        </a:solidFill>
                      </a:ln>
                      <a:solidFill>
                        <a:srgbClr val="41526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ollehche_v2" panose="02020603020101020101" pitchFamily="18" charset="-127"/>
                      <a:sym typeface="Arial"/>
                    </a:rPr>
                    <a:t>내용 입력해주세요</a:t>
                  </a:r>
                </a:p>
              </p:txBody>
            </p:sp>
            <p:sp>
              <p:nvSpPr>
                <p:cNvPr id="32" name="모서리가 둥근 직사각형 31"/>
                <p:cNvSpPr/>
                <p:nvPr/>
              </p:nvSpPr>
              <p:spPr>
                <a:xfrm>
                  <a:off x="700131" y="5697853"/>
                  <a:ext cx="1925602" cy="311471"/>
                </a:xfrm>
                <a:prstGeom prst="roundRect">
                  <a:avLst/>
                </a:prstGeom>
                <a:solidFill>
                  <a:srgbClr val="EAF3F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lvl="1" algn="ctr" defTabSz="893054">
                    <a:spcBef>
                      <a:spcPts val="200"/>
                    </a:spcBef>
                    <a:buClr>
                      <a:srgbClr val="3462D4"/>
                    </a:buClr>
                    <a:buSzPct val="80000"/>
                    <a:tabLst>
                      <a:tab pos="5186857" algn="l"/>
                    </a:tabLst>
                    <a:defRPr/>
                  </a:pPr>
                  <a:r>
                    <a:rPr kumimoji="1" lang="ko-KR" altLang="en-US" sz="1000" kern="0" spc="-50" dirty="0">
                      <a:ln>
                        <a:solidFill>
                          <a:prstClr val="white">
                            <a:alpha val="5000"/>
                          </a:prstClr>
                        </a:solidFill>
                      </a:ln>
                      <a:solidFill>
                        <a:srgbClr val="41526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ollehche_v2" panose="02020603020101020101" pitchFamily="18" charset="-127"/>
                      <a:sym typeface="Arial"/>
                    </a:rPr>
                    <a:t>내용 입력해주세요</a:t>
                  </a:r>
                </a:p>
              </p:txBody>
            </p:sp>
            <p:sp>
              <p:nvSpPr>
                <p:cNvPr id="33" name="모서리가 둥근 직사각형 32"/>
                <p:cNvSpPr/>
                <p:nvPr/>
              </p:nvSpPr>
              <p:spPr>
                <a:xfrm>
                  <a:off x="700131" y="6143997"/>
                  <a:ext cx="1925602" cy="311471"/>
                </a:xfrm>
                <a:prstGeom prst="roundRect">
                  <a:avLst/>
                </a:prstGeom>
                <a:solidFill>
                  <a:srgbClr val="EAF3F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lvl="1" algn="ctr" defTabSz="893054">
                    <a:spcBef>
                      <a:spcPts val="200"/>
                    </a:spcBef>
                    <a:buClr>
                      <a:srgbClr val="3462D4"/>
                    </a:buClr>
                    <a:buSzPct val="80000"/>
                    <a:tabLst>
                      <a:tab pos="5186857" algn="l"/>
                    </a:tabLst>
                    <a:defRPr/>
                  </a:pPr>
                  <a:r>
                    <a:rPr kumimoji="1" lang="ko-KR" altLang="en-US" sz="1000" kern="0" spc="-50" dirty="0">
                      <a:ln>
                        <a:solidFill>
                          <a:prstClr val="white">
                            <a:alpha val="5000"/>
                          </a:prstClr>
                        </a:solidFill>
                      </a:ln>
                      <a:solidFill>
                        <a:srgbClr val="415261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ollehche_v2" panose="02020603020101020101" pitchFamily="18" charset="-127"/>
                      <a:sym typeface="Arial"/>
                    </a:rPr>
                    <a:t>내용 입력해주세요</a:t>
                  </a:r>
                </a:p>
              </p:txBody>
            </p:sp>
            <p:grpSp>
              <p:nvGrpSpPr>
                <p:cNvPr id="34" name="그룹 33"/>
                <p:cNvGrpSpPr/>
                <p:nvPr/>
              </p:nvGrpSpPr>
              <p:grpSpPr>
                <a:xfrm>
                  <a:off x="1612207" y="5598957"/>
                  <a:ext cx="113563" cy="508251"/>
                  <a:chOff x="1612207" y="5598957"/>
                  <a:chExt cx="113563" cy="508251"/>
                </a:xfrm>
              </p:grpSpPr>
              <p:sp>
                <p:nvSpPr>
                  <p:cNvPr id="35" name="이등변 삼각형 34"/>
                  <p:cNvSpPr/>
                  <p:nvPr/>
                </p:nvSpPr>
                <p:spPr>
                  <a:xfrm flipV="1">
                    <a:off x="1612207" y="5598957"/>
                    <a:ext cx="113563" cy="59621"/>
                  </a:xfrm>
                  <a:prstGeom prst="triangle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6" name="이등변 삼각형 35"/>
                  <p:cNvSpPr/>
                  <p:nvPr/>
                </p:nvSpPr>
                <p:spPr>
                  <a:xfrm flipV="1">
                    <a:off x="1612207" y="6047587"/>
                    <a:ext cx="113563" cy="59621"/>
                  </a:xfrm>
                  <a:prstGeom prst="triangle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49" name="그룹 48"/>
          <p:cNvGrpSpPr/>
          <p:nvPr/>
        </p:nvGrpSpPr>
        <p:grpSpPr>
          <a:xfrm>
            <a:off x="447778" y="4086498"/>
            <a:ext cx="3255401" cy="1448492"/>
            <a:chOff x="1428142" y="5261037"/>
            <a:chExt cx="3613351" cy="1701443"/>
          </a:xfrm>
        </p:grpSpPr>
        <p:grpSp>
          <p:nvGrpSpPr>
            <p:cNvPr id="50" name="그룹 49"/>
            <p:cNvGrpSpPr/>
            <p:nvPr/>
          </p:nvGrpSpPr>
          <p:grpSpPr>
            <a:xfrm>
              <a:off x="1428142" y="6189622"/>
              <a:ext cx="3613351" cy="772858"/>
              <a:chOff x="485143" y="6262349"/>
              <a:chExt cx="3613351" cy="772858"/>
            </a:xfrm>
          </p:grpSpPr>
          <p:grpSp>
            <p:nvGrpSpPr>
              <p:cNvPr id="66" name="그룹 65"/>
              <p:cNvGrpSpPr/>
              <p:nvPr/>
            </p:nvGrpSpPr>
            <p:grpSpPr>
              <a:xfrm>
                <a:off x="485143" y="6262349"/>
                <a:ext cx="1730974" cy="772858"/>
                <a:chOff x="760457" y="5609228"/>
                <a:chExt cx="1730974" cy="935158"/>
              </a:xfrm>
            </p:grpSpPr>
            <p:grpSp>
              <p:nvGrpSpPr>
                <p:cNvPr id="74" name="그룹 73"/>
                <p:cNvGrpSpPr/>
                <p:nvPr/>
              </p:nvGrpSpPr>
              <p:grpSpPr>
                <a:xfrm>
                  <a:off x="760457" y="5609228"/>
                  <a:ext cx="1730974" cy="935158"/>
                  <a:chOff x="730037" y="2957674"/>
                  <a:chExt cx="1748284" cy="977218"/>
                </a:xfrm>
              </p:grpSpPr>
              <p:grpSp>
                <p:nvGrpSpPr>
                  <p:cNvPr id="76" name="그룹 75"/>
                  <p:cNvGrpSpPr/>
                  <p:nvPr/>
                </p:nvGrpSpPr>
                <p:grpSpPr>
                  <a:xfrm>
                    <a:off x="730037" y="2957674"/>
                    <a:ext cx="1748284" cy="977218"/>
                    <a:chOff x="730037" y="2957674"/>
                    <a:chExt cx="1748284" cy="977218"/>
                  </a:xfrm>
                </p:grpSpPr>
                <p:sp>
                  <p:nvSpPr>
                    <p:cNvPr id="78" name="양쪽 모서리가 둥근 사각형 36">
                      <a:extLst>
                        <a:ext uri="{FF2B5EF4-FFF2-40B4-BE49-F238E27FC236}">
                          <a16:creationId xmlns:a16="http://schemas.microsoft.com/office/drawing/2014/main" id="{E373F769-6855-40EB-969C-D2C21359C0E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30037" y="2957674"/>
                      <a:ext cx="1748284" cy="977218"/>
                    </a:xfrm>
                    <a:prstGeom prst="roundRect">
                      <a:avLst>
                        <a:gd name="adj" fmla="val 8493"/>
                      </a:avLst>
                    </a:prstGeom>
                    <a:solidFill>
                      <a:srgbClr val="EAF3FA"/>
                    </a:solidFill>
                    <a:ln>
                      <a:noFill/>
                    </a:ln>
                    <a:effectLst>
                      <a:innerShdw dist="165100" dir="20400000">
                        <a:schemeClr val="bg1">
                          <a:alpha val="8000"/>
                        </a:scheme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 latinLnBrk="0">
                        <a:spcAft>
                          <a:spcPts val="500"/>
                        </a:spcAft>
                        <a:buClr>
                          <a:srgbClr val="0070C0"/>
                        </a:buClr>
                      </a:pPr>
                      <a:endParaRPr lang="ko-KR" altLang="en-US" sz="10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p:txBody>
                </p:sp>
                <p:sp>
                  <p:nvSpPr>
                    <p:cNvPr id="79" name="모서리가 둥근 직사각형 78"/>
                    <p:cNvSpPr/>
                    <p:nvPr/>
                  </p:nvSpPr>
                  <p:spPr>
                    <a:xfrm>
                      <a:off x="772595" y="3356502"/>
                      <a:ext cx="1663168" cy="518012"/>
                    </a:xfrm>
                    <a:prstGeom prst="roundRect">
                      <a:avLst>
                        <a:gd name="adj" fmla="val 10499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77" name="Text Box 17"/>
                  <p:cNvSpPr txBox="1">
                    <a:spLocks noChangeArrowheads="1"/>
                  </p:cNvSpPr>
                  <p:nvPr/>
                </p:nvSpPr>
                <p:spPr bwMode="gray">
                  <a:xfrm>
                    <a:off x="852869" y="3055502"/>
                    <a:ext cx="1502620" cy="22855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0" tIns="0" rIns="0" bIns="0" anchor="ctr">
                    <a:spAutoFit/>
                    <a:scene3d>
                      <a:camera prst="orthographicFront"/>
                      <a:lightRig rig="threePt" dir="t"/>
                    </a:scene3d>
                    <a:sp3d>
                      <a:bevelT w="0" h="0"/>
                      <a:bevelB w="0" h="0"/>
                    </a:sp3d>
                  </a:bodyPr>
                  <a:lstStyle>
                    <a:defPPr>
                      <a:defRPr lang="en-US"/>
                    </a:defPPr>
                    <a:lvl1pPr algn="ctr" defTabSz="914400" fontAlgn="auto" latinLnBrk="1">
                      <a:spcAft>
                        <a:spcPts val="0"/>
                      </a:spcAft>
                      <a:defRPr kumimoji="1" sz="1400" b="0" spc="-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Dotum Bold" pitchFamily="18" charset="-127"/>
                        <a:ea typeface="KoPubDotum Bold" pitchFamily="18" charset="-127"/>
                      </a:defRPr>
                    </a:lvl1pPr>
                    <a:lvl2pPr defTabSz="914400" latinLnBrk="1"/>
                    <a:lvl3pPr defTabSz="914400" latinLnBrk="1"/>
                    <a:lvl4pPr defTabSz="914400" latinLnBrk="1"/>
                    <a:lvl5pPr defTabSz="914400" latinLnBrk="1"/>
                    <a:lvl6pPr defTabSz="914400" latinLnBrk="1"/>
                    <a:lvl7pPr defTabSz="914400" latinLnBrk="1"/>
                    <a:lvl8pPr defTabSz="914400" latinLnBrk="1"/>
                    <a:lvl9pPr defTabSz="914400" latinLnBrk="1"/>
                  </a:lstStyle>
                  <a:p>
                    <a:pPr defTabSz="893054">
                      <a:defRPr/>
                    </a:pPr>
                    <a:r>
                      <a:rPr lang="ko-KR" altLang="en-US" sz="1000" kern="0" dirty="0">
                        <a:ln>
                          <a:solidFill>
                            <a:prstClr val="white">
                              <a:alpha val="5000"/>
                            </a:prst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ollehche_v2" panose="02020603020101020101" pitchFamily="18" charset="-127"/>
                      </a:rPr>
                      <a:t>내용 입력해주세요</a:t>
                    </a:r>
                  </a:p>
                </p:txBody>
              </p:sp>
            </p:grpSp>
            <p:sp>
              <p:nvSpPr>
                <p:cNvPr id="75" name="직사각형 74"/>
                <p:cNvSpPr/>
                <p:nvPr/>
              </p:nvSpPr>
              <p:spPr>
                <a:xfrm>
                  <a:off x="770560" y="6099567"/>
                  <a:ext cx="1688838" cy="297927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algn="ctr" defTabSz="914400" fontAlgn="base">
                    <a:spcBef>
                      <a:spcPts val="400"/>
                    </a:spcBef>
                    <a:spcAft>
                      <a:spcPct val="0"/>
                    </a:spcAft>
                  </a:pPr>
                  <a:r>
                    <a:rPr kumimoji="1" lang="ko-KR" altLang="en-US" sz="1000" b="1" spc="-60" dirty="0">
                      <a:ln>
                        <a:solidFill>
                          <a:srgbClr val="ED5C6E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내용 입력해주세요</a:t>
                  </a:r>
                </a:p>
              </p:txBody>
            </p:sp>
          </p:grpSp>
          <p:grpSp>
            <p:nvGrpSpPr>
              <p:cNvPr id="67" name="그룹 66"/>
              <p:cNvGrpSpPr/>
              <p:nvPr/>
            </p:nvGrpSpPr>
            <p:grpSpPr>
              <a:xfrm>
                <a:off x="2367520" y="6262349"/>
                <a:ext cx="1730974" cy="772858"/>
                <a:chOff x="760457" y="5609228"/>
                <a:chExt cx="1730974" cy="935158"/>
              </a:xfrm>
            </p:grpSpPr>
            <p:grpSp>
              <p:nvGrpSpPr>
                <p:cNvPr id="68" name="그룹 67"/>
                <p:cNvGrpSpPr/>
                <p:nvPr/>
              </p:nvGrpSpPr>
              <p:grpSpPr>
                <a:xfrm>
                  <a:off x="760457" y="5609228"/>
                  <a:ext cx="1730974" cy="935158"/>
                  <a:chOff x="730037" y="2957674"/>
                  <a:chExt cx="1748284" cy="977218"/>
                </a:xfrm>
              </p:grpSpPr>
              <p:grpSp>
                <p:nvGrpSpPr>
                  <p:cNvPr id="70" name="그룹 69"/>
                  <p:cNvGrpSpPr/>
                  <p:nvPr/>
                </p:nvGrpSpPr>
                <p:grpSpPr>
                  <a:xfrm>
                    <a:off x="730037" y="2957674"/>
                    <a:ext cx="1748284" cy="977218"/>
                    <a:chOff x="730037" y="2957674"/>
                    <a:chExt cx="1748284" cy="977218"/>
                  </a:xfrm>
                </p:grpSpPr>
                <p:sp>
                  <p:nvSpPr>
                    <p:cNvPr id="72" name="양쪽 모서리가 둥근 사각형 36">
                      <a:extLst>
                        <a:ext uri="{FF2B5EF4-FFF2-40B4-BE49-F238E27FC236}">
                          <a16:creationId xmlns:a16="http://schemas.microsoft.com/office/drawing/2014/main" id="{E373F769-6855-40EB-969C-D2C21359C0E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30037" y="2957674"/>
                      <a:ext cx="1748284" cy="977218"/>
                    </a:xfrm>
                    <a:prstGeom prst="roundRect">
                      <a:avLst>
                        <a:gd name="adj" fmla="val 8493"/>
                      </a:avLst>
                    </a:prstGeom>
                    <a:solidFill>
                      <a:srgbClr val="EAF3FA"/>
                    </a:solidFill>
                    <a:ln>
                      <a:noFill/>
                    </a:ln>
                    <a:effectLst>
                      <a:innerShdw dist="165100" dir="20400000">
                        <a:schemeClr val="bg1">
                          <a:alpha val="8000"/>
                        </a:scheme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 latinLnBrk="0">
                        <a:spcAft>
                          <a:spcPts val="500"/>
                        </a:spcAft>
                        <a:buClr>
                          <a:srgbClr val="0070C0"/>
                        </a:buClr>
                      </a:pPr>
                      <a:endParaRPr lang="ko-KR" altLang="en-US" sz="10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p:txBody>
                </p:sp>
                <p:sp>
                  <p:nvSpPr>
                    <p:cNvPr id="73" name="모서리가 둥근 직사각형 72"/>
                    <p:cNvSpPr/>
                    <p:nvPr/>
                  </p:nvSpPr>
                  <p:spPr>
                    <a:xfrm>
                      <a:off x="772595" y="3356502"/>
                      <a:ext cx="1663168" cy="518012"/>
                    </a:xfrm>
                    <a:prstGeom prst="roundRect">
                      <a:avLst>
                        <a:gd name="adj" fmla="val 10499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71" name="Text Box 17"/>
                  <p:cNvSpPr txBox="1">
                    <a:spLocks noChangeArrowheads="1"/>
                  </p:cNvSpPr>
                  <p:nvPr/>
                </p:nvSpPr>
                <p:spPr bwMode="gray">
                  <a:xfrm>
                    <a:off x="852869" y="3055502"/>
                    <a:ext cx="1502620" cy="22855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0" tIns="0" rIns="0" bIns="0" anchor="ctr">
                    <a:spAutoFit/>
                    <a:scene3d>
                      <a:camera prst="orthographicFront"/>
                      <a:lightRig rig="threePt" dir="t"/>
                    </a:scene3d>
                    <a:sp3d>
                      <a:bevelT w="0" h="0"/>
                      <a:bevelB w="0" h="0"/>
                    </a:sp3d>
                  </a:bodyPr>
                  <a:lstStyle>
                    <a:defPPr>
                      <a:defRPr lang="en-US"/>
                    </a:defPPr>
                    <a:lvl1pPr algn="ctr" defTabSz="914400" fontAlgn="auto" latinLnBrk="1">
                      <a:spcAft>
                        <a:spcPts val="0"/>
                      </a:spcAft>
                      <a:defRPr kumimoji="1" sz="1400" b="0" spc="-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Dotum Bold" pitchFamily="18" charset="-127"/>
                        <a:ea typeface="KoPubDotum Bold" pitchFamily="18" charset="-127"/>
                      </a:defRPr>
                    </a:lvl1pPr>
                    <a:lvl2pPr defTabSz="914400" latinLnBrk="1"/>
                    <a:lvl3pPr defTabSz="914400" latinLnBrk="1"/>
                    <a:lvl4pPr defTabSz="914400" latinLnBrk="1"/>
                    <a:lvl5pPr defTabSz="914400" latinLnBrk="1"/>
                    <a:lvl6pPr defTabSz="914400" latinLnBrk="1"/>
                    <a:lvl7pPr defTabSz="914400" latinLnBrk="1"/>
                    <a:lvl8pPr defTabSz="914400" latinLnBrk="1"/>
                    <a:lvl9pPr defTabSz="914400" latinLnBrk="1"/>
                  </a:lstStyle>
                  <a:p>
                    <a:pPr defTabSz="893054">
                      <a:defRPr/>
                    </a:pPr>
                    <a:r>
                      <a:rPr lang="ko-KR" altLang="en-US" sz="1000" kern="0" dirty="0">
                        <a:ln>
                          <a:solidFill>
                            <a:prstClr val="white">
                              <a:alpha val="5000"/>
                            </a:prst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ollehche_v2" panose="02020603020101020101" pitchFamily="18" charset="-127"/>
                      </a:rPr>
                      <a:t>내용 입력해주세요</a:t>
                    </a:r>
                  </a:p>
                </p:txBody>
              </p:sp>
            </p:grpSp>
            <p:sp>
              <p:nvSpPr>
                <p:cNvPr id="69" name="직사각형 68"/>
                <p:cNvSpPr/>
                <p:nvPr/>
              </p:nvSpPr>
              <p:spPr>
                <a:xfrm>
                  <a:off x="770560" y="6099566"/>
                  <a:ext cx="1688838" cy="297927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algn="ctr" defTabSz="914400" fontAlgn="base">
                    <a:spcBef>
                      <a:spcPts val="400"/>
                    </a:spcBef>
                    <a:spcAft>
                      <a:spcPct val="0"/>
                    </a:spcAft>
                  </a:pPr>
                  <a:r>
                    <a:rPr kumimoji="1" lang="ko-KR" altLang="en-US" sz="1000" b="1" spc="-60" dirty="0">
                      <a:ln>
                        <a:solidFill>
                          <a:srgbClr val="ED5C6E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내용 입력해주세요</a:t>
                  </a:r>
                </a:p>
              </p:txBody>
            </p:sp>
          </p:grpSp>
        </p:grpSp>
        <p:grpSp>
          <p:nvGrpSpPr>
            <p:cNvPr id="51" name="그룹 50"/>
            <p:cNvGrpSpPr/>
            <p:nvPr/>
          </p:nvGrpSpPr>
          <p:grpSpPr>
            <a:xfrm>
              <a:off x="1428142" y="5261037"/>
              <a:ext cx="3613351" cy="772858"/>
              <a:chOff x="485143" y="6262349"/>
              <a:chExt cx="3613351" cy="772858"/>
            </a:xfrm>
          </p:grpSpPr>
          <p:grpSp>
            <p:nvGrpSpPr>
              <p:cNvPr id="52" name="그룹 51"/>
              <p:cNvGrpSpPr/>
              <p:nvPr/>
            </p:nvGrpSpPr>
            <p:grpSpPr>
              <a:xfrm>
                <a:off x="485143" y="6262349"/>
                <a:ext cx="1730974" cy="772858"/>
                <a:chOff x="760457" y="5609228"/>
                <a:chExt cx="1730974" cy="935158"/>
              </a:xfrm>
            </p:grpSpPr>
            <p:grpSp>
              <p:nvGrpSpPr>
                <p:cNvPr id="60" name="그룹 59"/>
                <p:cNvGrpSpPr/>
                <p:nvPr/>
              </p:nvGrpSpPr>
              <p:grpSpPr>
                <a:xfrm>
                  <a:off x="760457" y="5609228"/>
                  <a:ext cx="1730974" cy="935158"/>
                  <a:chOff x="730037" y="2957674"/>
                  <a:chExt cx="1748284" cy="977218"/>
                </a:xfrm>
              </p:grpSpPr>
              <p:grpSp>
                <p:nvGrpSpPr>
                  <p:cNvPr id="62" name="그룹 61"/>
                  <p:cNvGrpSpPr/>
                  <p:nvPr/>
                </p:nvGrpSpPr>
                <p:grpSpPr>
                  <a:xfrm>
                    <a:off x="730037" y="2957674"/>
                    <a:ext cx="1748284" cy="977218"/>
                    <a:chOff x="730037" y="2957674"/>
                    <a:chExt cx="1748284" cy="977218"/>
                  </a:xfrm>
                </p:grpSpPr>
                <p:sp>
                  <p:nvSpPr>
                    <p:cNvPr id="64" name="양쪽 모서리가 둥근 사각형 36">
                      <a:extLst>
                        <a:ext uri="{FF2B5EF4-FFF2-40B4-BE49-F238E27FC236}">
                          <a16:creationId xmlns:a16="http://schemas.microsoft.com/office/drawing/2014/main" id="{E373F769-6855-40EB-969C-D2C21359C0E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30037" y="2957674"/>
                      <a:ext cx="1748284" cy="977218"/>
                    </a:xfrm>
                    <a:prstGeom prst="roundRect">
                      <a:avLst>
                        <a:gd name="adj" fmla="val 8493"/>
                      </a:avLst>
                    </a:prstGeom>
                    <a:solidFill>
                      <a:srgbClr val="D9D9D9"/>
                    </a:solidFill>
                    <a:ln>
                      <a:noFill/>
                    </a:ln>
                    <a:effectLst>
                      <a:innerShdw dist="165100" dir="20400000">
                        <a:schemeClr val="bg1">
                          <a:alpha val="8000"/>
                        </a:scheme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 latinLnBrk="0">
                        <a:spcAft>
                          <a:spcPts val="500"/>
                        </a:spcAft>
                        <a:buClr>
                          <a:srgbClr val="0070C0"/>
                        </a:buClr>
                      </a:pPr>
                      <a:endParaRPr lang="ko-KR" altLang="en-US" sz="10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p:txBody>
                </p:sp>
                <p:sp>
                  <p:nvSpPr>
                    <p:cNvPr id="65" name="모서리가 둥근 직사각형 64"/>
                    <p:cNvSpPr/>
                    <p:nvPr/>
                  </p:nvSpPr>
                  <p:spPr>
                    <a:xfrm>
                      <a:off x="772595" y="3356502"/>
                      <a:ext cx="1663168" cy="518012"/>
                    </a:xfrm>
                    <a:prstGeom prst="roundRect">
                      <a:avLst>
                        <a:gd name="adj" fmla="val 10499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p:txBody>
                </p:sp>
              </p:grpSp>
              <p:sp>
                <p:nvSpPr>
                  <p:cNvPr id="63" name="Text Box 17"/>
                  <p:cNvSpPr txBox="1">
                    <a:spLocks noChangeArrowheads="1"/>
                  </p:cNvSpPr>
                  <p:nvPr/>
                </p:nvSpPr>
                <p:spPr bwMode="gray">
                  <a:xfrm>
                    <a:off x="852869" y="3055503"/>
                    <a:ext cx="1502620" cy="22855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0" tIns="0" rIns="0" bIns="0" anchor="ctr">
                    <a:spAutoFit/>
                    <a:scene3d>
                      <a:camera prst="orthographicFront"/>
                      <a:lightRig rig="threePt" dir="t"/>
                    </a:scene3d>
                    <a:sp3d>
                      <a:bevelT w="0" h="0"/>
                      <a:bevelB w="0" h="0"/>
                    </a:sp3d>
                  </a:bodyPr>
                  <a:lstStyle>
                    <a:defPPr>
                      <a:defRPr lang="en-US"/>
                    </a:defPPr>
                    <a:lvl1pPr algn="ctr" defTabSz="914400" fontAlgn="auto" latinLnBrk="1">
                      <a:spcAft>
                        <a:spcPts val="0"/>
                      </a:spcAft>
                      <a:defRPr kumimoji="1" sz="1400" b="0" spc="-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Dotum Bold" pitchFamily="18" charset="-127"/>
                        <a:ea typeface="KoPubDotum Bold" pitchFamily="18" charset="-127"/>
                      </a:defRPr>
                    </a:lvl1pPr>
                    <a:lvl2pPr defTabSz="914400" latinLnBrk="1"/>
                    <a:lvl3pPr defTabSz="914400" latinLnBrk="1"/>
                    <a:lvl4pPr defTabSz="914400" latinLnBrk="1"/>
                    <a:lvl5pPr defTabSz="914400" latinLnBrk="1"/>
                    <a:lvl6pPr defTabSz="914400" latinLnBrk="1"/>
                    <a:lvl7pPr defTabSz="914400" latinLnBrk="1"/>
                    <a:lvl8pPr defTabSz="914400" latinLnBrk="1"/>
                    <a:lvl9pPr defTabSz="914400" latinLnBrk="1"/>
                  </a:lstStyle>
                  <a:p>
                    <a:pPr defTabSz="893054">
                      <a:defRPr/>
                    </a:pPr>
                    <a:r>
                      <a:rPr lang="ko-KR" altLang="en-US" sz="1000" kern="0" dirty="0">
                        <a:ln>
                          <a:solidFill>
                            <a:prstClr val="white">
                              <a:alpha val="5000"/>
                            </a:prst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ollehche_v2" panose="02020603020101020101" pitchFamily="18" charset="-127"/>
                      </a:rPr>
                      <a:t>내용 입력해주세요</a:t>
                    </a:r>
                  </a:p>
                </p:txBody>
              </p:sp>
            </p:grpSp>
            <p:sp>
              <p:nvSpPr>
                <p:cNvPr id="61" name="직사각형 60"/>
                <p:cNvSpPr/>
                <p:nvPr/>
              </p:nvSpPr>
              <p:spPr>
                <a:xfrm>
                  <a:off x="770560" y="6099567"/>
                  <a:ext cx="1688838" cy="297927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algn="ctr" defTabSz="914400" fontAlgn="base">
                    <a:spcBef>
                      <a:spcPts val="400"/>
                    </a:spcBef>
                    <a:spcAft>
                      <a:spcPct val="0"/>
                    </a:spcAft>
                  </a:pPr>
                  <a:r>
                    <a:rPr kumimoji="1" lang="ko-KR" altLang="en-US" sz="1000" b="1" spc="-60" dirty="0">
                      <a:ln>
                        <a:solidFill>
                          <a:srgbClr val="ED5C6E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내용 입력해주세요</a:t>
                  </a:r>
                </a:p>
              </p:txBody>
            </p:sp>
          </p:grpSp>
          <p:grpSp>
            <p:nvGrpSpPr>
              <p:cNvPr id="53" name="그룹 52"/>
              <p:cNvGrpSpPr/>
              <p:nvPr/>
            </p:nvGrpSpPr>
            <p:grpSpPr>
              <a:xfrm>
                <a:off x="2367520" y="6262349"/>
                <a:ext cx="1730974" cy="772858"/>
                <a:chOff x="760457" y="5609228"/>
                <a:chExt cx="1730974" cy="935158"/>
              </a:xfrm>
            </p:grpSpPr>
            <p:grpSp>
              <p:nvGrpSpPr>
                <p:cNvPr id="54" name="그룹 53"/>
                <p:cNvGrpSpPr/>
                <p:nvPr/>
              </p:nvGrpSpPr>
              <p:grpSpPr>
                <a:xfrm>
                  <a:off x="760457" y="5609228"/>
                  <a:ext cx="1730974" cy="935158"/>
                  <a:chOff x="730037" y="2957674"/>
                  <a:chExt cx="1748284" cy="977218"/>
                </a:xfrm>
              </p:grpSpPr>
              <p:grpSp>
                <p:nvGrpSpPr>
                  <p:cNvPr id="56" name="그룹 55"/>
                  <p:cNvGrpSpPr/>
                  <p:nvPr/>
                </p:nvGrpSpPr>
                <p:grpSpPr>
                  <a:xfrm>
                    <a:off x="730037" y="2957674"/>
                    <a:ext cx="1748284" cy="977218"/>
                    <a:chOff x="730037" y="2957674"/>
                    <a:chExt cx="1748284" cy="977218"/>
                  </a:xfrm>
                </p:grpSpPr>
                <p:sp>
                  <p:nvSpPr>
                    <p:cNvPr id="58" name="양쪽 모서리가 둥근 사각형 36">
                      <a:extLst>
                        <a:ext uri="{FF2B5EF4-FFF2-40B4-BE49-F238E27FC236}">
                          <a16:creationId xmlns:a16="http://schemas.microsoft.com/office/drawing/2014/main" id="{E373F769-6855-40EB-969C-D2C21359C0E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30037" y="2957674"/>
                      <a:ext cx="1748284" cy="977218"/>
                    </a:xfrm>
                    <a:prstGeom prst="roundRect">
                      <a:avLst>
                        <a:gd name="adj" fmla="val 8493"/>
                      </a:avLst>
                    </a:prstGeom>
                    <a:solidFill>
                      <a:srgbClr val="D9D9D9"/>
                    </a:solidFill>
                    <a:ln>
                      <a:noFill/>
                    </a:ln>
                    <a:effectLst>
                      <a:innerShdw dist="165100" dir="20400000">
                        <a:schemeClr val="bg1">
                          <a:alpha val="8000"/>
                        </a:scheme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 latinLnBrk="0">
                        <a:spcAft>
                          <a:spcPts val="500"/>
                        </a:spcAft>
                        <a:buClr>
                          <a:srgbClr val="0070C0"/>
                        </a:buClr>
                      </a:pPr>
                      <a:endParaRPr lang="ko-KR" altLang="en-US" sz="10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p:txBody>
                </p:sp>
                <p:sp>
                  <p:nvSpPr>
                    <p:cNvPr id="59" name="모서리가 둥근 직사각형 58"/>
                    <p:cNvSpPr/>
                    <p:nvPr/>
                  </p:nvSpPr>
                  <p:spPr>
                    <a:xfrm>
                      <a:off x="772595" y="3356502"/>
                      <a:ext cx="1663168" cy="518012"/>
                    </a:xfrm>
                    <a:prstGeom prst="roundRect">
                      <a:avLst>
                        <a:gd name="adj" fmla="val 10499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p:txBody>
                </p:sp>
              </p:grpSp>
              <p:sp>
                <p:nvSpPr>
                  <p:cNvPr id="57" name="Text Box 17"/>
                  <p:cNvSpPr txBox="1">
                    <a:spLocks noChangeArrowheads="1"/>
                  </p:cNvSpPr>
                  <p:nvPr/>
                </p:nvSpPr>
                <p:spPr bwMode="gray">
                  <a:xfrm>
                    <a:off x="852869" y="3055502"/>
                    <a:ext cx="1502620" cy="22855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0" tIns="0" rIns="0" bIns="0" anchor="ctr">
                    <a:spAutoFit/>
                    <a:scene3d>
                      <a:camera prst="orthographicFront"/>
                      <a:lightRig rig="threePt" dir="t"/>
                    </a:scene3d>
                    <a:sp3d>
                      <a:bevelT w="0" h="0"/>
                      <a:bevelB w="0" h="0"/>
                    </a:sp3d>
                  </a:bodyPr>
                  <a:lstStyle>
                    <a:defPPr>
                      <a:defRPr lang="en-US"/>
                    </a:defPPr>
                    <a:lvl1pPr algn="ctr" defTabSz="914400" fontAlgn="auto" latinLnBrk="1">
                      <a:spcAft>
                        <a:spcPts val="0"/>
                      </a:spcAft>
                      <a:defRPr kumimoji="1" sz="1400" b="0" spc="-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Dotum Bold" pitchFamily="18" charset="-127"/>
                        <a:ea typeface="KoPubDotum Bold" pitchFamily="18" charset="-127"/>
                      </a:defRPr>
                    </a:lvl1pPr>
                    <a:lvl2pPr defTabSz="914400" latinLnBrk="1"/>
                    <a:lvl3pPr defTabSz="914400" latinLnBrk="1"/>
                    <a:lvl4pPr defTabSz="914400" latinLnBrk="1"/>
                    <a:lvl5pPr defTabSz="914400" latinLnBrk="1"/>
                    <a:lvl6pPr defTabSz="914400" latinLnBrk="1"/>
                    <a:lvl7pPr defTabSz="914400" latinLnBrk="1"/>
                    <a:lvl8pPr defTabSz="914400" latinLnBrk="1"/>
                    <a:lvl9pPr defTabSz="914400" latinLnBrk="1"/>
                  </a:lstStyle>
                  <a:p>
                    <a:pPr defTabSz="893054">
                      <a:defRPr/>
                    </a:pPr>
                    <a:r>
                      <a:rPr lang="ko-KR" altLang="en-US" sz="1000" kern="0" dirty="0">
                        <a:ln>
                          <a:solidFill>
                            <a:prstClr val="white">
                              <a:alpha val="5000"/>
                            </a:prst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ollehche_v2" panose="02020603020101020101" pitchFamily="18" charset="-127"/>
                      </a:rPr>
                      <a:t>내용 입력해주세요</a:t>
                    </a:r>
                  </a:p>
                </p:txBody>
              </p:sp>
            </p:grpSp>
            <p:sp>
              <p:nvSpPr>
                <p:cNvPr id="55" name="직사각형 54"/>
                <p:cNvSpPr/>
                <p:nvPr/>
              </p:nvSpPr>
              <p:spPr>
                <a:xfrm>
                  <a:off x="770560" y="6099566"/>
                  <a:ext cx="1688838" cy="297927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algn="ctr" defTabSz="914400" fontAlgn="base">
                    <a:spcBef>
                      <a:spcPts val="400"/>
                    </a:spcBef>
                    <a:spcAft>
                      <a:spcPct val="0"/>
                    </a:spcAft>
                  </a:pPr>
                  <a:r>
                    <a:rPr kumimoji="1" lang="ko-KR" altLang="en-US" sz="1000" b="1" spc="-60" dirty="0">
                      <a:ln>
                        <a:solidFill>
                          <a:srgbClr val="ED5C6E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내용 입력해주세요</a:t>
                  </a:r>
                </a:p>
              </p:txBody>
            </p:sp>
          </p:grpSp>
        </p:grpSp>
      </p:grpSp>
      <p:grpSp>
        <p:nvGrpSpPr>
          <p:cNvPr id="80" name="그룹 79"/>
          <p:cNvGrpSpPr/>
          <p:nvPr/>
        </p:nvGrpSpPr>
        <p:grpSpPr>
          <a:xfrm>
            <a:off x="4320629" y="2321889"/>
            <a:ext cx="2883292" cy="431998"/>
            <a:chOff x="1288657" y="4297390"/>
            <a:chExt cx="2883292" cy="385740"/>
          </a:xfrm>
        </p:grpSpPr>
        <p:grpSp>
          <p:nvGrpSpPr>
            <p:cNvPr id="81" name="그룹 80"/>
            <p:cNvGrpSpPr/>
            <p:nvPr/>
          </p:nvGrpSpPr>
          <p:grpSpPr>
            <a:xfrm>
              <a:off x="1288657" y="4503130"/>
              <a:ext cx="2883292" cy="180000"/>
              <a:chOff x="1288657" y="4503130"/>
              <a:chExt cx="2883292" cy="180000"/>
            </a:xfrm>
          </p:grpSpPr>
          <p:sp>
            <p:nvSpPr>
              <p:cNvPr id="86" name="오각형 85"/>
              <p:cNvSpPr/>
              <p:nvPr/>
            </p:nvSpPr>
            <p:spPr>
              <a:xfrm>
                <a:off x="1288657" y="4503130"/>
                <a:ext cx="678255" cy="180000"/>
              </a:xfrm>
              <a:prstGeom prst="homePlate">
                <a:avLst/>
              </a:prstGeom>
              <a:solidFill>
                <a:srgbClr val="039FE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004098"/>
                  </a:solidFill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A060A252-0F38-4898-B185-5F99EE4168F0}"/>
                  </a:ext>
                </a:extLst>
              </p:cNvPr>
              <p:cNvSpPr/>
              <p:nvPr/>
            </p:nvSpPr>
            <p:spPr>
              <a:xfrm>
                <a:off x="1338263" y="4527861"/>
                <a:ext cx="521970" cy="130539"/>
              </a:xfrm>
              <a:prstGeom prst="rect">
                <a:avLst/>
              </a:prstGeom>
            </p:spPr>
            <p:txBody>
              <a:bodyPr wrap="squar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769202">
                  <a:buClr>
                    <a:srgbClr val="969696"/>
                  </a:buClr>
                </a:pPr>
                <a:r>
                  <a:rPr lang="ko-KR" altLang="en-US" sz="950" spc="-50" dirty="0">
                    <a:ln>
                      <a:solidFill>
                        <a:srgbClr val="ED5C6E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내용 입력</a:t>
                </a:r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A060A252-0F38-4898-B185-5F99EE4168F0}"/>
                  </a:ext>
                </a:extLst>
              </p:cNvPr>
              <p:cNvSpPr/>
              <p:nvPr/>
            </p:nvSpPr>
            <p:spPr>
              <a:xfrm>
                <a:off x="2038350" y="4531295"/>
                <a:ext cx="2133599" cy="123669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  <a:sp3d>
                  <a:bevelB w="0" h="0"/>
                </a:sp3d>
              </a:bodyPr>
              <a:lstStyle/>
              <a:p>
                <a:pPr marL="88900" indent="-88900" defTabSz="1110996" fontAlgn="base">
                  <a:spcAft>
                    <a:spcPts val="1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80000"/>
                  <a:buFont typeface="Arial" pitchFamily="34" charset="0"/>
                  <a:buChar char="•"/>
                  <a:tabLst>
                    <a:tab pos="522604" algn="l"/>
                  </a:tabLst>
                </a:pPr>
                <a:r>
                  <a:rPr lang="ko-KR" altLang="en-US" sz="900" spc="-3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itchFamily="18" charset="-127"/>
                    <a:ea typeface="KoPub돋움체 Medium" pitchFamily="18" charset="-127"/>
                  </a:rPr>
                  <a:t>내용을 입력해주세요</a:t>
                </a:r>
              </a:p>
            </p:txBody>
          </p:sp>
        </p:grpSp>
        <p:grpSp>
          <p:nvGrpSpPr>
            <p:cNvPr id="82" name="그룹 81"/>
            <p:cNvGrpSpPr/>
            <p:nvPr/>
          </p:nvGrpSpPr>
          <p:grpSpPr>
            <a:xfrm>
              <a:off x="1288657" y="4297390"/>
              <a:ext cx="2883292" cy="180000"/>
              <a:chOff x="1288657" y="4297390"/>
              <a:chExt cx="2883292" cy="180000"/>
            </a:xfrm>
          </p:grpSpPr>
          <p:sp>
            <p:nvSpPr>
              <p:cNvPr id="83" name="오각형 82"/>
              <p:cNvSpPr/>
              <p:nvPr/>
            </p:nvSpPr>
            <p:spPr>
              <a:xfrm>
                <a:off x="1288657" y="4297390"/>
                <a:ext cx="678255" cy="180000"/>
              </a:xfrm>
              <a:prstGeom prst="homePlat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004098"/>
                  </a:solidFill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A060A252-0F38-4898-B185-5F99EE4168F0}"/>
                  </a:ext>
                </a:extLst>
              </p:cNvPr>
              <p:cNvSpPr/>
              <p:nvPr/>
            </p:nvSpPr>
            <p:spPr>
              <a:xfrm>
                <a:off x="1338263" y="4322130"/>
                <a:ext cx="521970" cy="130540"/>
              </a:xfrm>
              <a:prstGeom prst="rect">
                <a:avLst/>
              </a:prstGeom>
            </p:spPr>
            <p:txBody>
              <a:bodyPr wrap="squar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769202">
                  <a:buClr>
                    <a:srgbClr val="969696"/>
                  </a:buClr>
                </a:pPr>
                <a:r>
                  <a:rPr lang="ko-KR" altLang="en-US" sz="950" spc="-50" dirty="0">
                    <a:ln>
                      <a:solidFill>
                        <a:srgbClr val="ED5C6E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내용 입력</a:t>
                </a: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A060A252-0F38-4898-B185-5F99EE4168F0}"/>
                  </a:ext>
                </a:extLst>
              </p:cNvPr>
              <p:cNvSpPr/>
              <p:nvPr/>
            </p:nvSpPr>
            <p:spPr>
              <a:xfrm>
                <a:off x="2038350" y="4325555"/>
                <a:ext cx="2133599" cy="123669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  <a:sp3d>
                  <a:bevelB w="0" h="0"/>
                </a:sp3d>
              </a:bodyPr>
              <a:lstStyle/>
              <a:p>
                <a:pPr marL="88900" indent="-88900" defTabSz="1110996" fontAlgn="base">
                  <a:spcAft>
                    <a:spcPts val="10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buSzPct val="80000"/>
                  <a:buFont typeface="Arial" pitchFamily="34" charset="0"/>
                  <a:buChar char="•"/>
                  <a:tabLst>
                    <a:tab pos="522604" algn="l"/>
                  </a:tabLst>
                </a:pPr>
                <a:r>
                  <a:rPr lang="ko-KR" altLang="en-US" sz="900" spc="-3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itchFamily="18" charset="-127"/>
                    <a:ea typeface="KoPub돋움체 Medium" pitchFamily="18" charset="-127"/>
                  </a:rPr>
                  <a:t>내용을 입력해주세요</a:t>
                </a:r>
              </a:p>
            </p:txBody>
          </p:sp>
        </p:grpSp>
      </p:grpSp>
      <p:grpSp>
        <p:nvGrpSpPr>
          <p:cNvPr id="89" name="그룹 88"/>
          <p:cNvGrpSpPr/>
          <p:nvPr/>
        </p:nvGrpSpPr>
        <p:grpSpPr>
          <a:xfrm>
            <a:off x="4310339" y="3047336"/>
            <a:ext cx="2707541" cy="1807407"/>
            <a:chOff x="4596717" y="1916769"/>
            <a:chExt cx="2707541" cy="1807407"/>
          </a:xfrm>
        </p:grpSpPr>
        <p:grpSp>
          <p:nvGrpSpPr>
            <p:cNvPr id="90" name="그룹 89"/>
            <p:cNvGrpSpPr/>
            <p:nvPr/>
          </p:nvGrpSpPr>
          <p:grpSpPr>
            <a:xfrm>
              <a:off x="4596717" y="1916769"/>
              <a:ext cx="2537088" cy="1791868"/>
              <a:chOff x="4596717" y="1734907"/>
              <a:chExt cx="2537088" cy="1742892"/>
            </a:xfrm>
          </p:grpSpPr>
          <p:grpSp>
            <p:nvGrpSpPr>
              <p:cNvPr id="94" name="그룹 93"/>
              <p:cNvGrpSpPr/>
              <p:nvPr/>
            </p:nvGrpSpPr>
            <p:grpSpPr>
              <a:xfrm>
                <a:off x="4596717" y="1734907"/>
                <a:ext cx="2537088" cy="839712"/>
                <a:chOff x="4596717" y="1227755"/>
                <a:chExt cx="2537088" cy="734982"/>
              </a:xfrm>
            </p:grpSpPr>
            <p:grpSp>
              <p:nvGrpSpPr>
                <p:cNvPr id="103" name="그룹 102"/>
                <p:cNvGrpSpPr/>
                <p:nvPr/>
              </p:nvGrpSpPr>
              <p:grpSpPr>
                <a:xfrm>
                  <a:off x="4596717" y="1227755"/>
                  <a:ext cx="595956" cy="734982"/>
                  <a:chOff x="13325687" y="-177143"/>
                  <a:chExt cx="853335" cy="1528911"/>
                </a:xfrm>
              </p:grpSpPr>
              <p:sp>
                <p:nvSpPr>
                  <p:cNvPr id="105" name="양쪽 모서리가 둥근 사각형 172">
                    <a:extLst>
                      <a:ext uri="{FF2B5EF4-FFF2-40B4-BE49-F238E27FC236}">
                        <a16:creationId xmlns:a16="http://schemas.microsoft.com/office/drawing/2014/main" id="{4E78CB13-3207-4A1B-BA0F-7D175D1A389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2987899" y="160645"/>
                    <a:ext cx="1528911" cy="853335"/>
                  </a:xfrm>
                  <a:prstGeom prst="roundRect">
                    <a:avLst>
                      <a:gd name="adj" fmla="val 6278"/>
                    </a:avLst>
                  </a:prstGeom>
                  <a:solidFill>
                    <a:srgbClr val="1047C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00" spc="-28">
                      <a:ln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</a:ln>
                      <a:solidFill>
                        <a:srgbClr val="2568C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Arial" pitchFamily="34" charset="0"/>
                    </a:endParaRPr>
                  </a:p>
                </p:txBody>
              </p:sp>
              <p:grpSp>
                <p:nvGrpSpPr>
                  <p:cNvPr id="106" name="그룹 105"/>
                  <p:cNvGrpSpPr/>
                  <p:nvPr/>
                </p:nvGrpSpPr>
                <p:grpSpPr>
                  <a:xfrm>
                    <a:off x="13366557" y="-85271"/>
                    <a:ext cx="771595" cy="1343595"/>
                    <a:chOff x="13366557" y="-85271"/>
                    <a:chExt cx="771595" cy="1343595"/>
                  </a:xfrm>
                </p:grpSpPr>
                <p:sp>
                  <p:nvSpPr>
                    <p:cNvPr id="107" name="모서리가 둥근 직사각형 194">
                      <a:extLst>
                        <a:ext uri="{FF2B5EF4-FFF2-40B4-BE49-F238E27FC236}">
                          <a16:creationId xmlns:a16="http://schemas.microsoft.com/office/drawing/2014/main" id="{B6FA0A93-AD47-413A-8D74-A5958A997C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366557" y="-85271"/>
                      <a:ext cx="771595" cy="1343595"/>
                    </a:xfrm>
                    <a:prstGeom prst="roundRect">
                      <a:avLst>
                        <a:gd name="adj" fmla="val 5503"/>
                      </a:avLst>
                    </a:prstGeom>
                    <a:noFill/>
                    <a:ln w="9525">
                      <a:solidFill>
                        <a:schemeClr val="bg1">
                          <a:alpha val="64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/>
                    </a:p>
                  </p:txBody>
                </p:sp>
                <p:sp>
                  <p:nvSpPr>
                    <p:cNvPr id="108" name="자유형 195">
                      <a:extLst>
                        <a:ext uri="{FF2B5EF4-FFF2-40B4-BE49-F238E27FC236}">
                          <a16:creationId xmlns:a16="http://schemas.microsoft.com/office/drawing/2014/main" id="{B60D76C8-6CD4-4AD7-A9F4-81E2E8B26F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371164" y="-75542"/>
                      <a:ext cx="394591" cy="378312"/>
                    </a:xfrm>
                    <a:custGeom>
                      <a:avLst/>
                      <a:gdLst>
                        <a:gd name="connsiteX0" fmla="*/ 69295 w 729657"/>
                        <a:gd name="connsiteY0" fmla="*/ 0 h 870520"/>
                        <a:gd name="connsiteX1" fmla="*/ 729657 w 729657"/>
                        <a:gd name="connsiteY1" fmla="*/ 0 h 870520"/>
                        <a:gd name="connsiteX2" fmla="*/ 628418 w 729657"/>
                        <a:gd name="connsiteY2" fmla="*/ 61504 h 870520"/>
                        <a:gd name="connsiteX3" fmla="*/ 30232 w 729657"/>
                        <a:gd name="connsiteY3" fmla="*/ 787919 h 870520"/>
                        <a:gd name="connsiteX4" fmla="*/ 0 w 729657"/>
                        <a:gd name="connsiteY4" fmla="*/ 870520 h 870520"/>
                        <a:gd name="connsiteX5" fmla="*/ 0 w 729657"/>
                        <a:gd name="connsiteY5" fmla="*/ 69295 h 870520"/>
                        <a:gd name="connsiteX6" fmla="*/ 69295 w 729657"/>
                        <a:gd name="connsiteY6" fmla="*/ 0 h 8705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29657" h="870520">
                          <a:moveTo>
                            <a:pt x="69295" y="0"/>
                          </a:moveTo>
                          <a:lnTo>
                            <a:pt x="729657" y="0"/>
                          </a:lnTo>
                          <a:lnTo>
                            <a:pt x="628418" y="61504"/>
                          </a:lnTo>
                          <a:cubicBezTo>
                            <a:pt x="364908" y="239528"/>
                            <a:pt x="155554" y="491625"/>
                            <a:pt x="30232" y="787919"/>
                          </a:cubicBezTo>
                          <a:lnTo>
                            <a:pt x="0" y="870520"/>
                          </a:lnTo>
                          <a:lnTo>
                            <a:pt x="0" y="69295"/>
                          </a:lnTo>
                          <a:cubicBezTo>
                            <a:pt x="0" y="31024"/>
                            <a:pt x="31024" y="0"/>
                            <a:pt x="69295" y="0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alpha val="1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/>
                    </a:p>
                  </p:txBody>
                </p:sp>
                <p:sp>
                  <p:nvSpPr>
                    <p:cNvPr id="109" name="직사각형 108">
                      <a:extLst>
                        <a:ext uri="{FF2B5EF4-FFF2-40B4-BE49-F238E27FC236}">
                          <a16:creationId xmlns:a16="http://schemas.microsoft.com/office/drawing/2014/main" id="{7F6F59E9-0CD2-47E4-860F-D1F8B7C606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515986" y="278229"/>
                      <a:ext cx="472738" cy="605239"/>
                    </a:xfrm>
                    <a:prstGeom prst="rect">
                      <a:avLst/>
                    </a:prstGeom>
                  </p:spPr>
                  <p:txBody>
                    <a:bodyPr wrap="square" lIns="0" rIns="0" anchor="ctr">
                      <a:spAutoFit/>
                    </a:bodyPr>
                    <a:lstStyle/>
                    <a:p>
                      <a:pPr indent="-133173" algn="ctr" defTabSz="732844">
                        <a:buClr>
                          <a:srgbClr val="2C95DD"/>
                        </a:buClr>
                        <a:buSzPct val="100000"/>
                        <a:tabLst>
                          <a:tab pos="1255120" algn="l"/>
                        </a:tabLst>
                        <a:defRPr/>
                      </a:pPr>
                      <a:r>
                        <a:rPr lang="ko-KR" altLang="en-US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내용</a:t>
                      </a:r>
                      <a:br>
                        <a:rPr lang="en-US" altLang="ko-KR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</a:br>
                      <a:r>
                        <a:rPr lang="ko-KR" altLang="en-US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입력</a:t>
                      </a:r>
                    </a:p>
                  </p:txBody>
                </p:sp>
              </p:grpSp>
            </p:grpSp>
            <p:sp>
              <p:nvSpPr>
                <p:cNvPr id="104" name="직사각형 103"/>
                <p:cNvSpPr/>
                <p:nvPr/>
              </p:nvSpPr>
              <p:spPr>
                <a:xfrm>
                  <a:off x="5346700" y="1417876"/>
                  <a:ext cx="1787105" cy="359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anchorCtr="0">
                  <a:spAutoFit/>
                  <a:scene3d>
                    <a:camera prst="orthographicFront"/>
                    <a:lightRig rig="threePt" dir="t"/>
                  </a:scene3d>
                  <a:sp3d>
                    <a:bevelT w="0" h="0"/>
                    <a:bevelB w="0" h="0"/>
                  </a:sp3d>
                </a:bodyPr>
                <a:lstStyle/>
                <a:p>
                  <a:pPr marL="85725" indent="-85725">
                    <a:spcBef>
                      <a:spcPts val="200"/>
                    </a:spcBef>
                    <a:spcAft>
                      <a:spcPts val="200"/>
                    </a:spcAft>
                    <a:buClr>
                      <a:schemeClr val="tx1">
                        <a:lumMod val="50000"/>
                        <a:lumOff val="50000"/>
                      </a:schemeClr>
                    </a:buClr>
                    <a:buSzPct val="100000"/>
                    <a:buFont typeface="Arial" panose="020B0604020202020204" pitchFamily="34" charset="0"/>
                    <a:buChar char="•"/>
                  </a:pP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내용을</a:t>
                  </a:r>
                  <a:r>
                    <a:rPr lang="en-US" altLang="ko-KR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</a:t>
                  </a: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입력해주세요</a:t>
                  </a:r>
                  <a:endParaRPr lang="en-US" altLang="ko-KR" sz="1000" b="1" spc="-6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marL="85725" indent="-85725">
                    <a:spcBef>
                      <a:spcPts val="200"/>
                    </a:spcBef>
                    <a:spcAft>
                      <a:spcPts val="200"/>
                    </a:spcAft>
                    <a:buClr>
                      <a:schemeClr val="tx1">
                        <a:lumMod val="50000"/>
                        <a:lumOff val="50000"/>
                      </a:schemeClr>
                    </a:buClr>
                    <a:buSzPct val="100000"/>
                    <a:buFont typeface="Arial" panose="020B0604020202020204" pitchFamily="34" charset="0"/>
                    <a:buChar char="•"/>
                  </a:pP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내용을 이렇게</a:t>
                  </a:r>
                  <a:endParaRPr lang="en-US" altLang="ko-KR" sz="1000" b="1" spc="-6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95" name="그룹 94"/>
              <p:cNvGrpSpPr/>
              <p:nvPr/>
            </p:nvGrpSpPr>
            <p:grpSpPr>
              <a:xfrm>
                <a:off x="4596717" y="2638087"/>
                <a:ext cx="2537088" cy="839712"/>
                <a:chOff x="4596717" y="1227755"/>
                <a:chExt cx="2537088" cy="734982"/>
              </a:xfrm>
            </p:grpSpPr>
            <p:grpSp>
              <p:nvGrpSpPr>
                <p:cNvPr id="96" name="그룹 95"/>
                <p:cNvGrpSpPr/>
                <p:nvPr/>
              </p:nvGrpSpPr>
              <p:grpSpPr>
                <a:xfrm>
                  <a:off x="4596717" y="1227755"/>
                  <a:ext cx="595956" cy="734982"/>
                  <a:chOff x="13325687" y="-177143"/>
                  <a:chExt cx="853335" cy="1528911"/>
                </a:xfrm>
              </p:grpSpPr>
              <p:sp>
                <p:nvSpPr>
                  <p:cNvPr id="98" name="양쪽 모서리가 둥근 사각형 172">
                    <a:extLst>
                      <a:ext uri="{FF2B5EF4-FFF2-40B4-BE49-F238E27FC236}">
                        <a16:creationId xmlns:a16="http://schemas.microsoft.com/office/drawing/2014/main" id="{4E78CB13-3207-4A1B-BA0F-7D175D1A389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2987899" y="160645"/>
                    <a:ext cx="1528911" cy="853335"/>
                  </a:xfrm>
                  <a:prstGeom prst="roundRect">
                    <a:avLst>
                      <a:gd name="adj" fmla="val 6278"/>
                    </a:avLst>
                  </a:prstGeom>
                  <a:solidFill>
                    <a:srgbClr val="7F7F7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00" spc="-28">
                      <a:ln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</a:ln>
                      <a:solidFill>
                        <a:srgbClr val="2568C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Arial" pitchFamily="34" charset="0"/>
                    </a:endParaRPr>
                  </a:p>
                </p:txBody>
              </p:sp>
              <p:grpSp>
                <p:nvGrpSpPr>
                  <p:cNvPr id="99" name="그룹 98"/>
                  <p:cNvGrpSpPr/>
                  <p:nvPr/>
                </p:nvGrpSpPr>
                <p:grpSpPr>
                  <a:xfrm>
                    <a:off x="13366557" y="-85271"/>
                    <a:ext cx="771595" cy="1343595"/>
                    <a:chOff x="13366557" y="-85271"/>
                    <a:chExt cx="771595" cy="1343595"/>
                  </a:xfrm>
                </p:grpSpPr>
                <p:sp>
                  <p:nvSpPr>
                    <p:cNvPr id="100" name="모서리가 둥근 직사각형 194">
                      <a:extLst>
                        <a:ext uri="{FF2B5EF4-FFF2-40B4-BE49-F238E27FC236}">
                          <a16:creationId xmlns:a16="http://schemas.microsoft.com/office/drawing/2014/main" id="{B6FA0A93-AD47-413A-8D74-A5958A997C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366557" y="-85271"/>
                      <a:ext cx="771595" cy="1343595"/>
                    </a:xfrm>
                    <a:prstGeom prst="roundRect">
                      <a:avLst>
                        <a:gd name="adj" fmla="val 5503"/>
                      </a:avLst>
                    </a:prstGeom>
                    <a:noFill/>
                    <a:ln w="9525">
                      <a:solidFill>
                        <a:schemeClr val="bg1">
                          <a:alpha val="64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/>
                    </a:p>
                  </p:txBody>
                </p:sp>
                <p:sp>
                  <p:nvSpPr>
                    <p:cNvPr id="101" name="자유형 195">
                      <a:extLst>
                        <a:ext uri="{FF2B5EF4-FFF2-40B4-BE49-F238E27FC236}">
                          <a16:creationId xmlns:a16="http://schemas.microsoft.com/office/drawing/2014/main" id="{B60D76C8-6CD4-4AD7-A9F4-81E2E8B26F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371164" y="-75542"/>
                      <a:ext cx="394591" cy="378312"/>
                    </a:xfrm>
                    <a:custGeom>
                      <a:avLst/>
                      <a:gdLst>
                        <a:gd name="connsiteX0" fmla="*/ 69295 w 729657"/>
                        <a:gd name="connsiteY0" fmla="*/ 0 h 870520"/>
                        <a:gd name="connsiteX1" fmla="*/ 729657 w 729657"/>
                        <a:gd name="connsiteY1" fmla="*/ 0 h 870520"/>
                        <a:gd name="connsiteX2" fmla="*/ 628418 w 729657"/>
                        <a:gd name="connsiteY2" fmla="*/ 61504 h 870520"/>
                        <a:gd name="connsiteX3" fmla="*/ 30232 w 729657"/>
                        <a:gd name="connsiteY3" fmla="*/ 787919 h 870520"/>
                        <a:gd name="connsiteX4" fmla="*/ 0 w 729657"/>
                        <a:gd name="connsiteY4" fmla="*/ 870520 h 870520"/>
                        <a:gd name="connsiteX5" fmla="*/ 0 w 729657"/>
                        <a:gd name="connsiteY5" fmla="*/ 69295 h 870520"/>
                        <a:gd name="connsiteX6" fmla="*/ 69295 w 729657"/>
                        <a:gd name="connsiteY6" fmla="*/ 0 h 8705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29657" h="870520">
                          <a:moveTo>
                            <a:pt x="69295" y="0"/>
                          </a:moveTo>
                          <a:lnTo>
                            <a:pt x="729657" y="0"/>
                          </a:lnTo>
                          <a:lnTo>
                            <a:pt x="628418" y="61504"/>
                          </a:lnTo>
                          <a:cubicBezTo>
                            <a:pt x="364908" y="239528"/>
                            <a:pt x="155554" y="491625"/>
                            <a:pt x="30232" y="787919"/>
                          </a:cubicBezTo>
                          <a:lnTo>
                            <a:pt x="0" y="870520"/>
                          </a:lnTo>
                          <a:lnTo>
                            <a:pt x="0" y="69295"/>
                          </a:lnTo>
                          <a:cubicBezTo>
                            <a:pt x="0" y="31024"/>
                            <a:pt x="31024" y="0"/>
                            <a:pt x="69295" y="0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alpha val="1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/>
                    </a:p>
                  </p:txBody>
                </p:sp>
                <p:sp>
                  <p:nvSpPr>
                    <p:cNvPr id="102" name="직사각형 101">
                      <a:extLst>
                        <a:ext uri="{FF2B5EF4-FFF2-40B4-BE49-F238E27FC236}">
                          <a16:creationId xmlns:a16="http://schemas.microsoft.com/office/drawing/2014/main" id="{7F6F59E9-0CD2-47E4-860F-D1F8B7C606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515986" y="278229"/>
                      <a:ext cx="472738" cy="605239"/>
                    </a:xfrm>
                    <a:prstGeom prst="rect">
                      <a:avLst/>
                    </a:prstGeom>
                  </p:spPr>
                  <p:txBody>
                    <a:bodyPr wrap="square" lIns="0" rIns="0" anchor="ctr">
                      <a:spAutoFit/>
                    </a:bodyPr>
                    <a:lstStyle/>
                    <a:p>
                      <a:pPr indent="-133173" algn="ctr" defTabSz="732844">
                        <a:buClr>
                          <a:srgbClr val="2C95DD"/>
                        </a:buClr>
                        <a:buSzPct val="100000"/>
                        <a:tabLst>
                          <a:tab pos="1255120" algn="l"/>
                        </a:tabLst>
                        <a:defRPr/>
                      </a:pPr>
                      <a:r>
                        <a:rPr lang="ko-KR" altLang="en-US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내용</a:t>
                      </a:r>
                      <a:br>
                        <a:rPr lang="en-US" altLang="ko-KR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</a:br>
                      <a:r>
                        <a:rPr lang="ko-KR" altLang="en-US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입력</a:t>
                      </a:r>
                    </a:p>
                  </p:txBody>
                </p:sp>
              </p:grpSp>
            </p:grpSp>
            <p:sp>
              <p:nvSpPr>
                <p:cNvPr id="97" name="직사각형 96"/>
                <p:cNvSpPr/>
                <p:nvPr/>
              </p:nvSpPr>
              <p:spPr>
                <a:xfrm>
                  <a:off x="5346700" y="1417876"/>
                  <a:ext cx="1787105" cy="359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anchorCtr="0">
                  <a:spAutoFit/>
                  <a:scene3d>
                    <a:camera prst="orthographicFront"/>
                    <a:lightRig rig="threePt" dir="t"/>
                  </a:scene3d>
                  <a:sp3d>
                    <a:bevelT w="0" h="0"/>
                    <a:bevelB w="0" h="0"/>
                  </a:sp3d>
                </a:bodyPr>
                <a:lstStyle/>
                <a:p>
                  <a:pPr marL="85725" indent="-85725">
                    <a:spcBef>
                      <a:spcPts val="200"/>
                    </a:spcBef>
                    <a:spcAft>
                      <a:spcPts val="200"/>
                    </a:spcAft>
                    <a:buClr>
                      <a:schemeClr val="tx1">
                        <a:lumMod val="50000"/>
                        <a:lumOff val="50000"/>
                      </a:schemeClr>
                    </a:buClr>
                    <a:buSzPct val="100000"/>
                    <a:buFont typeface="Arial" panose="020B0604020202020204" pitchFamily="34" charset="0"/>
                    <a:buChar char="•"/>
                  </a:pP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내용을</a:t>
                  </a:r>
                  <a:r>
                    <a:rPr lang="en-US" altLang="ko-KR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</a:t>
                  </a: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입력해주세요</a:t>
                  </a:r>
                  <a:endParaRPr lang="en-US" altLang="ko-KR" sz="1000" b="1" spc="-6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marL="85725" indent="-85725">
                    <a:spcBef>
                      <a:spcPts val="200"/>
                    </a:spcBef>
                    <a:spcAft>
                      <a:spcPts val="200"/>
                    </a:spcAft>
                    <a:buClr>
                      <a:schemeClr val="tx1">
                        <a:lumMod val="50000"/>
                        <a:lumOff val="50000"/>
                      </a:schemeClr>
                    </a:buClr>
                    <a:buSzPct val="100000"/>
                    <a:buFont typeface="Arial" panose="020B0604020202020204" pitchFamily="34" charset="0"/>
                    <a:buChar char="•"/>
                  </a:pP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내용을 이렇게</a:t>
                  </a:r>
                  <a:endParaRPr lang="en-US" altLang="ko-KR" sz="1000" b="1" spc="-6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</p:grpSp>
        <p:grpSp>
          <p:nvGrpSpPr>
            <p:cNvPr id="91" name="그룹 90"/>
            <p:cNvGrpSpPr/>
            <p:nvPr/>
          </p:nvGrpSpPr>
          <p:grpSpPr>
            <a:xfrm>
              <a:off x="5192673" y="2795616"/>
              <a:ext cx="2111585" cy="928560"/>
              <a:chOff x="5192673" y="2795616"/>
              <a:chExt cx="2594802" cy="92856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5192673" y="2795616"/>
                <a:ext cx="2594802" cy="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>
                <a:off x="5192673" y="3724176"/>
                <a:ext cx="2594802" cy="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0" name="그룹 109"/>
          <p:cNvGrpSpPr/>
          <p:nvPr/>
        </p:nvGrpSpPr>
        <p:grpSpPr>
          <a:xfrm>
            <a:off x="4310339" y="5061235"/>
            <a:ext cx="2707541" cy="1173362"/>
            <a:chOff x="4596717" y="3930668"/>
            <a:chExt cx="2707541" cy="1173362"/>
          </a:xfrm>
        </p:grpSpPr>
        <p:grpSp>
          <p:nvGrpSpPr>
            <p:cNvPr id="111" name="그룹 110"/>
            <p:cNvGrpSpPr/>
            <p:nvPr/>
          </p:nvGrpSpPr>
          <p:grpSpPr>
            <a:xfrm>
              <a:off x="4596717" y="3930668"/>
              <a:ext cx="2537088" cy="1163543"/>
              <a:chOff x="4596717" y="3541265"/>
              <a:chExt cx="2537088" cy="1214752"/>
            </a:xfrm>
          </p:grpSpPr>
          <p:grpSp>
            <p:nvGrpSpPr>
              <p:cNvPr id="115" name="그룹 114"/>
              <p:cNvGrpSpPr/>
              <p:nvPr/>
            </p:nvGrpSpPr>
            <p:grpSpPr>
              <a:xfrm>
                <a:off x="4596717" y="3541265"/>
                <a:ext cx="2537088" cy="569456"/>
                <a:chOff x="4596717" y="1227755"/>
                <a:chExt cx="2537088" cy="734982"/>
              </a:xfrm>
            </p:grpSpPr>
            <p:grpSp>
              <p:nvGrpSpPr>
                <p:cNvPr id="123" name="그룹 122"/>
                <p:cNvGrpSpPr/>
                <p:nvPr/>
              </p:nvGrpSpPr>
              <p:grpSpPr>
                <a:xfrm>
                  <a:off x="4596717" y="1227755"/>
                  <a:ext cx="595956" cy="734982"/>
                  <a:chOff x="13325687" y="-177143"/>
                  <a:chExt cx="853335" cy="1528911"/>
                </a:xfrm>
              </p:grpSpPr>
              <p:sp>
                <p:nvSpPr>
                  <p:cNvPr id="125" name="양쪽 모서리가 둥근 사각형 172">
                    <a:extLst>
                      <a:ext uri="{FF2B5EF4-FFF2-40B4-BE49-F238E27FC236}">
                        <a16:creationId xmlns:a16="http://schemas.microsoft.com/office/drawing/2014/main" id="{4E78CB13-3207-4A1B-BA0F-7D175D1A389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2987899" y="160645"/>
                    <a:ext cx="1528911" cy="853335"/>
                  </a:xfrm>
                  <a:prstGeom prst="roundRect">
                    <a:avLst>
                      <a:gd name="adj" fmla="val 6278"/>
                    </a:avLst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00" spc="-28">
                      <a:ln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</a:ln>
                      <a:solidFill>
                        <a:srgbClr val="2568C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Arial" pitchFamily="34" charset="0"/>
                    </a:endParaRPr>
                  </a:p>
                </p:txBody>
              </p:sp>
              <p:grpSp>
                <p:nvGrpSpPr>
                  <p:cNvPr id="126" name="그룹 125"/>
                  <p:cNvGrpSpPr/>
                  <p:nvPr/>
                </p:nvGrpSpPr>
                <p:grpSpPr>
                  <a:xfrm>
                    <a:off x="13360935" y="-96627"/>
                    <a:ext cx="772095" cy="1240284"/>
                    <a:chOff x="13360935" y="-96627"/>
                    <a:chExt cx="772095" cy="1240284"/>
                  </a:xfrm>
                </p:grpSpPr>
                <p:sp>
                  <p:nvSpPr>
                    <p:cNvPr id="127" name="자유형 195">
                      <a:extLst>
                        <a:ext uri="{FF2B5EF4-FFF2-40B4-BE49-F238E27FC236}">
                          <a16:creationId xmlns:a16="http://schemas.microsoft.com/office/drawing/2014/main" id="{B60D76C8-6CD4-4AD7-A9F4-81E2E8B26F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360935" y="-96627"/>
                      <a:ext cx="394591" cy="378312"/>
                    </a:xfrm>
                    <a:custGeom>
                      <a:avLst/>
                      <a:gdLst>
                        <a:gd name="connsiteX0" fmla="*/ 69295 w 729657"/>
                        <a:gd name="connsiteY0" fmla="*/ 0 h 870520"/>
                        <a:gd name="connsiteX1" fmla="*/ 729657 w 729657"/>
                        <a:gd name="connsiteY1" fmla="*/ 0 h 870520"/>
                        <a:gd name="connsiteX2" fmla="*/ 628418 w 729657"/>
                        <a:gd name="connsiteY2" fmla="*/ 61504 h 870520"/>
                        <a:gd name="connsiteX3" fmla="*/ 30232 w 729657"/>
                        <a:gd name="connsiteY3" fmla="*/ 787919 h 870520"/>
                        <a:gd name="connsiteX4" fmla="*/ 0 w 729657"/>
                        <a:gd name="connsiteY4" fmla="*/ 870520 h 870520"/>
                        <a:gd name="connsiteX5" fmla="*/ 0 w 729657"/>
                        <a:gd name="connsiteY5" fmla="*/ 69295 h 870520"/>
                        <a:gd name="connsiteX6" fmla="*/ 69295 w 729657"/>
                        <a:gd name="connsiteY6" fmla="*/ 0 h 8705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29657" h="870520">
                          <a:moveTo>
                            <a:pt x="69295" y="0"/>
                          </a:moveTo>
                          <a:lnTo>
                            <a:pt x="729657" y="0"/>
                          </a:lnTo>
                          <a:lnTo>
                            <a:pt x="628418" y="61504"/>
                          </a:lnTo>
                          <a:cubicBezTo>
                            <a:pt x="364908" y="239528"/>
                            <a:pt x="155554" y="491625"/>
                            <a:pt x="30232" y="787919"/>
                          </a:cubicBezTo>
                          <a:lnTo>
                            <a:pt x="0" y="870520"/>
                          </a:lnTo>
                          <a:lnTo>
                            <a:pt x="0" y="69295"/>
                          </a:lnTo>
                          <a:cubicBezTo>
                            <a:pt x="0" y="31024"/>
                            <a:pt x="31024" y="0"/>
                            <a:pt x="69295" y="0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85000"/>
                        <a:alpha val="27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/>
                    </a:p>
                  </p:txBody>
                </p:sp>
                <p:sp>
                  <p:nvSpPr>
                    <p:cNvPr id="128" name="직사각형 127">
                      <a:extLst>
                        <a:ext uri="{FF2B5EF4-FFF2-40B4-BE49-F238E27FC236}">
                          <a16:creationId xmlns:a16="http://schemas.microsoft.com/office/drawing/2014/main" id="{7F6F59E9-0CD2-47E4-860F-D1F8B7C606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371680" y="71440"/>
                      <a:ext cx="761350" cy="1072217"/>
                    </a:xfrm>
                    <a:prstGeom prst="rect">
                      <a:avLst/>
                    </a:prstGeom>
                  </p:spPr>
                  <p:txBody>
                    <a:bodyPr wrap="square" lIns="0" rIns="0" anchor="ctr">
                      <a:spAutoFit/>
                    </a:bodyPr>
                    <a:lstStyle/>
                    <a:p>
                      <a:pPr indent="-133173" algn="ctr" defTabSz="732844">
                        <a:buClr>
                          <a:srgbClr val="2C95DD"/>
                        </a:buClr>
                        <a:buSzPct val="100000"/>
                        <a:tabLst>
                          <a:tab pos="1255120" algn="l"/>
                        </a:tabLst>
                        <a:defRPr/>
                      </a:pPr>
                      <a:r>
                        <a:rPr lang="ko-KR" altLang="en-US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내용</a:t>
                      </a:r>
                      <a:br>
                        <a:rPr lang="en-US" altLang="ko-KR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</a:br>
                      <a:r>
                        <a:rPr lang="ko-KR" altLang="en-US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입력</a:t>
                      </a:r>
                    </a:p>
                  </p:txBody>
                </p:sp>
              </p:grpSp>
            </p:grpSp>
            <p:sp>
              <p:nvSpPr>
                <p:cNvPr id="124" name="직사각형 123"/>
                <p:cNvSpPr/>
                <p:nvPr/>
              </p:nvSpPr>
              <p:spPr>
                <a:xfrm>
                  <a:off x="5346700" y="1417876"/>
                  <a:ext cx="1787105" cy="359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anchorCtr="0">
                  <a:spAutoFit/>
                  <a:scene3d>
                    <a:camera prst="orthographicFront"/>
                    <a:lightRig rig="threePt" dir="t"/>
                  </a:scene3d>
                  <a:sp3d>
                    <a:bevelT w="0" h="0"/>
                    <a:bevelB w="0" h="0"/>
                  </a:sp3d>
                </a:bodyPr>
                <a:lstStyle/>
                <a:p>
                  <a:pPr marL="85725" indent="-85725">
                    <a:spcBef>
                      <a:spcPts val="200"/>
                    </a:spcBef>
                    <a:spcAft>
                      <a:spcPts val="200"/>
                    </a:spcAft>
                    <a:buClr>
                      <a:schemeClr val="tx1">
                        <a:lumMod val="50000"/>
                        <a:lumOff val="50000"/>
                      </a:schemeClr>
                    </a:buClr>
                    <a:buSzPct val="100000"/>
                    <a:buFont typeface="Arial" panose="020B0604020202020204" pitchFamily="34" charset="0"/>
                    <a:buChar char="•"/>
                  </a:pP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내용을</a:t>
                  </a:r>
                  <a:r>
                    <a:rPr lang="en-US" altLang="ko-KR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</a:t>
                  </a: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입력해주세요</a:t>
                  </a:r>
                  <a:endParaRPr lang="en-US" altLang="ko-KR" sz="1000" b="1" spc="-6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marL="85725" indent="-85725">
                    <a:spcBef>
                      <a:spcPts val="200"/>
                    </a:spcBef>
                    <a:spcAft>
                      <a:spcPts val="200"/>
                    </a:spcAft>
                    <a:buClr>
                      <a:schemeClr val="tx1">
                        <a:lumMod val="50000"/>
                        <a:lumOff val="50000"/>
                      </a:schemeClr>
                    </a:buClr>
                    <a:buSzPct val="100000"/>
                    <a:buFont typeface="Arial" panose="020B0604020202020204" pitchFamily="34" charset="0"/>
                    <a:buChar char="•"/>
                  </a:pP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내용을 이렇게</a:t>
                  </a:r>
                  <a:endParaRPr lang="en-US" altLang="ko-KR" sz="1000" b="1" spc="-6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116" name="그룹 115"/>
              <p:cNvGrpSpPr/>
              <p:nvPr/>
            </p:nvGrpSpPr>
            <p:grpSpPr>
              <a:xfrm>
                <a:off x="4596717" y="4186561"/>
                <a:ext cx="2537088" cy="569456"/>
                <a:chOff x="4596717" y="1227755"/>
                <a:chExt cx="2537088" cy="734982"/>
              </a:xfrm>
            </p:grpSpPr>
            <p:grpSp>
              <p:nvGrpSpPr>
                <p:cNvPr id="117" name="그룹 116"/>
                <p:cNvGrpSpPr/>
                <p:nvPr/>
              </p:nvGrpSpPr>
              <p:grpSpPr>
                <a:xfrm>
                  <a:off x="4596717" y="1227755"/>
                  <a:ext cx="595956" cy="734982"/>
                  <a:chOff x="13325687" y="-177143"/>
                  <a:chExt cx="853335" cy="1528911"/>
                </a:xfrm>
              </p:grpSpPr>
              <p:sp>
                <p:nvSpPr>
                  <p:cNvPr id="119" name="양쪽 모서리가 둥근 사각형 172">
                    <a:extLst>
                      <a:ext uri="{FF2B5EF4-FFF2-40B4-BE49-F238E27FC236}">
                        <a16:creationId xmlns:a16="http://schemas.microsoft.com/office/drawing/2014/main" id="{4E78CB13-3207-4A1B-BA0F-7D175D1A389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2987899" y="160645"/>
                    <a:ext cx="1528911" cy="853335"/>
                  </a:xfrm>
                  <a:prstGeom prst="roundRect">
                    <a:avLst>
                      <a:gd name="adj" fmla="val 6278"/>
                    </a:avLst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00" spc="-28">
                      <a:ln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</a:ln>
                      <a:solidFill>
                        <a:srgbClr val="2568C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Arial" pitchFamily="34" charset="0"/>
                    </a:endParaRPr>
                  </a:p>
                </p:txBody>
              </p:sp>
              <p:grpSp>
                <p:nvGrpSpPr>
                  <p:cNvPr id="120" name="그룹 119"/>
                  <p:cNvGrpSpPr/>
                  <p:nvPr/>
                </p:nvGrpSpPr>
                <p:grpSpPr>
                  <a:xfrm>
                    <a:off x="13360935" y="-96627"/>
                    <a:ext cx="772095" cy="1240284"/>
                    <a:chOff x="13360935" y="-96627"/>
                    <a:chExt cx="772095" cy="1240284"/>
                  </a:xfrm>
                </p:grpSpPr>
                <p:sp>
                  <p:nvSpPr>
                    <p:cNvPr id="121" name="자유형 195">
                      <a:extLst>
                        <a:ext uri="{FF2B5EF4-FFF2-40B4-BE49-F238E27FC236}">
                          <a16:creationId xmlns:a16="http://schemas.microsoft.com/office/drawing/2014/main" id="{B60D76C8-6CD4-4AD7-A9F4-81E2E8B26F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360935" y="-96627"/>
                      <a:ext cx="394591" cy="378312"/>
                    </a:xfrm>
                    <a:custGeom>
                      <a:avLst/>
                      <a:gdLst>
                        <a:gd name="connsiteX0" fmla="*/ 69295 w 729657"/>
                        <a:gd name="connsiteY0" fmla="*/ 0 h 870520"/>
                        <a:gd name="connsiteX1" fmla="*/ 729657 w 729657"/>
                        <a:gd name="connsiteY1" fmla="*/ 0 h 870520"/>
                        <a:gd name="connsiteX2" fmla="*/ 628418 w 729657"/>
                        <a:gd name="connsiteY2" fmla="*/ 61504 h 870520"/>
                        <a:gd name="connsiteX3" fmla="*/ 30232 w 729657"/>
                        <a:gd name="connsiteY3" fmla="*/ 787919 h 870520"/>
                        <a:gd name="connsiteX4" fmla="*/ 0 w 729657"/>
                        <a:gd name="connsiteY4" fmla="*/ 870520 h 870520"/>
                        <a:gd name="connsiteX5" fmla="*/ 0 w 729657"/>
                        <a:gd name="connsiteY5" fmla="*/ 69295 h 870520"/>
                        <a:gd name="connsiteX6" fmla="*/ 69295 w 729657"/>
                        <a:gd name="connsiteY6" fmla="*/ 0 h 8705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29657" h="870520">
                          <a:moveTo>
                            <a:pt x="69295" y="0"/>
                          </a:moveTo>
                          <a:lnTo>
                            <a:pt x="729657" y="0"/>
                          </a:lnTo>
                          <a:lnTo>
                            <a:pt x="628418" y="61504"/>
                          </a:lnTo>
                          <a:cubicBezTo>
                            <a:pt x="364908" y="239528"/>
                            <a:pt x="155554" y="491625"/>
                            <a:pt x="30232" y="787919"/>
                          </a:cubicBezTo>
                          <a:lnTo>
                            <a:pt x="0" y="870520"/>
                          </a:lnTo>
                          <a:lnTo>
                            <a:pt x="0" y="69295"/>
                          </a:lnTo>
                          <a:cubicBezTo>
                            <a:pt x="0" y="31024"/>
                            <a:pt x="31024" y="0"/>
                            <a:pt x="69295" y="0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85000"/>
                        <a:alpha val="27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/>
                    </a:p>
                  </p:txBody>
                </p:sp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7F6F59E9-0CD2-47E4-860F-D1F8B7C606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371680" y="71440"/>
                      <a:ext cx="761350" cy="1072217"/>
                    </a:xfrm>
                    <a:prstGeom prst="rect">
                      <a:avLst/>
                    </a:prstGeom>
                  </p:spPr>
                  <p:txBody>
                    <a:bodyPr wrap="square" lIns="0" rIns="0" anchor="ctr">
                      <a:spAutoFit/>
                    </a:bodyPr>
                    <a:lstStyle/>
                    <a:p>
                      <a:pPr indent="-133173" algn="ctr" defTabSz="732844">
                        <a:buClr>
                          <a:srgbClr val="2C95DD"/>
                        </a:buClr>
                        <a:buSzPct val="100000"/>
                        <a:tabLst>
                          <a:tab pos="1255120" algn="l"/>
                        </a:tabLst>
                        <a:defRPr/>
                      </a:pPr>
                      <a:r>
                        <a:rPr lang="ko-KR" altLang="en-US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내용</a:t>
                      </a:r>
                      <a:br>
                        <a:rPr lang="en-US" altLang="ko-KR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</a:br>
                      <a:r>
                        <a:rPr lang="ko-KR" altLang="en-US" sz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입력</a:t>
                      </a:r>
                    </a:p>
                  </p:txBody>
                </p:sp>
              </p:grpSp>
            </p:grpSp>
            <p:sp>
              <p:nvSpPr>
                <p:cNvPr id="118" name="직사각형 117"/>
                <p:cNvSpPr/>
                <p:nvPr/>
              </p:nvSpPr>
              <p:spPr>
                <a:xfrm>
                  <a:off x="5346700" y="1417876"/>
                  <a:ext cx="1787105" cy="359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anchorCtr="0">
                  <a:spAutoFit/>
                  <a:scene3d>
                    <a:camera prst="orthographicFront"/>
                    <a:lightRig rig="threePt" dir="t"/>
                  </a:scene3d>
                  <a:sp3d>
                    <a:bevelT w="0" h="0"/>
                    <a:bevelB w="0" h="0"/>
                  </a:sp3d>
                </a:bodyPr>
                <a:lstStyle/>
                <a:p>
                  <a:pPr marL="85725" indent="-85725">
                    <a:spcBef>
                      <a:spcPts val="200"/>
                    </a:spcBef>
                    <a:spcAft>
                      <a:spcPts val="200"/>
                    </a:spcAft>
                    <a:buClr>
                      <a:schemeClr val="tx1">
                        <a:lumMod val="50000"/>
                        <a:lumOff val="50000"/>
                      </a:schemeClr>
                    </a:buClr>
                    <a:buSzPct val="100000"/>
                    <a:buFont typeface="Arial" panose="020B0604020202020204" pitchFamily="34" charset="0"/>
                    <a:buChar char="•"/>
                  </a:pP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내용을</a:t>
                  </a:r>
                  <a:r>
                    <a:rPr lang="en-US" altLang="ko-KR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</a:t>
                  </a: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입력해주세요</a:t>
                  </a:r>
                  <a:endParaRPr lang="en-US" altLang="ko-KR" sz="1000" b="1" spc="-6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marL="85725" indent="-85725">
                    <a:spcBef>
                      <a:spcPts val="200"/>
                    </a:spcBef>
                    <a:spcAft>
                      <a:spcPts val="200"/>
                    </a:spcAft>
                    <a:buClr>
                      <a:schemeClr val="tx1">
                        <a:lumMod val="50000"/>
                        <a:lumOff val="50000"/>
                      </a:schemeClr>
                    </a:buClr>
                    <a:buSzPct val="100000"/>
                    <a:buFont typeface="Arial" panose="020B0604020202020204" pitchFamily="34" charset="0"/>
                    <a:buChar char="•"/>
                  </a:pPr>
                  <a:r>
                    <a:rPr lang="ko-KR" altLang="en-US" sz="1000" b="1" spc="-6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내용을 이렇게</a:t>
                  </a:r>
                  <a:endParaRPr lang="en-US" altLang="ko-KR" sz="1000" b="1" spc="-6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</p:grpSp>
        <p:grpSp>
          <p:nvGrpSpPr>
            <p:cNvPr id="112" name="그룹 111"/>
            <p:cNvGrpSpPr/>
            <p:nvPr/>
          </p:nvGrpSpPr>
          <p:grpSpPr>
            <a:xfrm>
              <a:off x="5192673" y="4485937"/>
              <a:ext cx="2111585" cy="618093"/>
              <a:chOff x="5192673" y="4485937"/>
              <a:chExt cx="2594802" cy="618093"/>
            </a:xfrm>
          </p:grpSpPr>
          <p:cxnSp>
            <p:nvCxnSpPr>
              <p:cNvPr id="113" name="직선 연결선 112"/>
              <p:cNvCxnSpPr/>
              <p:nvPr/>
            </p:nvCxnSpPr>
            <p:spPr>
              <a:xfrm>
                <a:off x="5192673" y="4485937"/>
                <a:ext cx="2594802" cy="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>
                <a:off x="5192673" y="5104030"/>
                <a:ext cx="2594802" cy="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0" name="그룹 129"/>
          <p:cNvGrpSpPr/>
          <p:nvPr/>
        </p:nvGrpSpPr>
        <p:grpSpPr>
          <a:xfrm>
            <a:off x="4248621" y="6642369"/>
            <a:ext cx="2880320" cy="2959358"/>
            <a:chOff x="7622046" y="2409546"/>
            <a:chExt cx="2670946" cy="2744239"/>
          </a:xfrm>
        </p:grpSpPr>
        <p:grpSp>
          <p:nvGrpSpPr>
            <p:cNvPr id="131" name="그룹 130"/>
            <p:cNvGrpSpPr/>
            <p:nvPr/>
          </p:nvGrpSpPr>
          <p:grpSpPr>
            <a:xfrm>
              <a:off x="7642164" y="2409546"/>
              <a:ext cx="2636899" cy="1131399"/>
              <a:chOff x="1273724" y="3518328"/>
              <a:chExt cx="3144723" cy="1177338"/>
            </a:xfrm>
          </p:grpSpPr>
          <p:sp>
            <p:nvSpPr>
              <p:cNvPr id="156" name="모서리가 둥근 직사각형 155"/>
              <p:cNvSpPr/>
              <p:nvPr/>
            </p:nvSpPr>
            <p:spPr>
              <a:xfrm>
                <a:off x="1273724" y="3518328"/>
                <a:ext cx="1504220" cy="1177338"/>
              </a:xfrm>
              <a:prstGeom prst="roundRect">
                <a:avLst>
                  <a:gd name="adj" fmla="val 7190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" name="모서리가 둥근 직사각형 156"/>
              <p:cNvSpPr/>
              <p:nvPr/>
            </p:nvSpPr>
            <p:spPr>
              <a:xfrm>
                <a:off x="2914227" y="3518328"/>
                <a:ext cx="1504220" cy="1177338"/>
              </a:xfrm>
              <a:prstGeom prst="roundRect">
                <a:avLst>
                  <a:gd name="adj" fmla="val 7190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>
                <a:off x="1329087" y="3585527"/>
                <a:ext cx="1392911" cy="20346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355"/>
                <a:r>
                  <a:rPr lang="ko-KR" altLang="en-US" sz="900" spc="-4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</a:t>
                </a:r>
              </a:p>
            </p:txBody>
          </p:sp>
          <p:sp>
            <p:nvSpPr>
              <p:cNvPr id="159" name="양쪽 모서리가 둥근 사각형 36">
                <a:extLst>
                  <a:ext uri="{FF2B5EF4-FFF2-40B4-BE49-F238E27FC236}">
                    <a16:creationId xmlns:a16="http://schemas.microsoft.com/office/drawing/2014/main" id="{E373F769-6855-40EB-969C-D2C21359C0E2}"/>
                  </a:ext>
                </a:extLst>
              </p:cNvPr>
              <p:cNvSpPr/>
              <p:nvPr/>
            </p:nvSpPr>
            <p:spPr>
              <a:xfrm>
                <a:off x="2960301" y="3585527"/>
                <a:ext cx="1392911" cy="20346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355"/>
                <a:r>
                  <a:rPr lang="ko-KR" altLang="en-US" sz="900" spc="-4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내용을 입력</a:t>
                </a:r>
              </a:p>
            </p:txBody>
          </p:sp>
        </p:grpSp>
        <p:grpSp>
          <p:nvGrpSpPr>
            <p:cNvPr id="132" name="그룹 131"/>
            <p:cNvGrpSpPr/>
            <p:nvPr/>
          </p:nvGrpSpPr>
          <p:grpSpPr>
            <a:xfrm>
              <a:off x="7642164" y="3682855"/>
              <a:ext cx="2636899" cy="676941"/>
              <a:chOff x="7444955" y="3924849"/>
              <a:chExt cx="2842047" cy="704428"/>
            </a:xfrm>
          </p:grpSpPr>
          <p:grpSp>
            <p:nvGrpSpPr>
              <p:cNvPr id="150" name="그룹 149"/>
              <p:cNvGrpSpPr/>
              <p:nvPr/>
            </p:nvGrpSpPr>
            <p:grpSpPr>
              <a:xfrm>
                <a:off x="7444955" y="3924849"/>
                <a:ext cx="2842047" cy="307453"/>
                <a:chOff x="7444955" y="3655874"/>
                <a:chExt cx="2842047" cy="1177338"/>
              </a:xfrm>
            </p:grpSpPr>
            <p:sp>
              <p:nvSpPr>
                <p:cNvPr id="154" name="모서리가 둥근 직사각형 153"/>
                <p:cNvSpPr/>
                <p:nvPr/>
              </p:nvSpPr>
              <p:spPr>
                <a:xfrm>
                  <a:off x="7444955" y="3655874"/>
                  <a:ext cx="1359441" cy="1177338"/>
                </a:xfrm>
                <a:prstGeom prst="roundRect">
                  <a:avLst>
                    <a:gd name="adj" fmla="val 7190"/>
                  </a:avLst>
                </a:prstGeom>
                <a:solidFill>
                  <a:srgbClr val="EAEAEA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Aft>
                      <a:spcPts val="500"/>
                    </a:spcAft>
                    <a:buClr>
                      <a:srgbClr val="0070C0"/>
                    </a:buClr>
                  </a:pPr>
                  <a:r>
                    <a:rPr kumimoji="1" lang="ko-KR" altLang="en-US" sz="900" b="1" dirty="0" err="1">
                      <a:ln>
                        <a:solidFill>
                          <a:srgbClr val="ED5C6E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ㄴㅇㄴㅇ</a:t>
                  </a:r>
                  <a:endParaRPr kumimoji="1" lang="ko-KR" altLang="en-US" sz="900" b="1" dirty="0">
                    <a:ln>
                      <a:solidFill>
                        <a:srgbClr val="ED5C6E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endParaRPr>
                </a:p>
              </p:txBody>
            </p:sp>
            <p:sp>
              <p:nvSpPr>
                <p:cNvPr id="155" name="모서리가 둥근 직사각형 154"/>
                <p:cNvSpPr/>
                <p:nvPr/>
              </p:nvSpPr>
              <p:spPr>
                <a:xfrm>
                  <a:off x="8927561" y="3655874"/>
                  <a:ext cx="1359441" cy="1177338"/>
                </a:xfrm>
                <a:prstGeom prst="roundRect">
                  <a:avLst>
                    <a:gd name="adj" fmla="val 7190"/>
                  </a:avLst>
                </a:prstGeom>
                <a:solidFill>
                  <a:srgbClr val="EAF3FA"/>
                </a:solidFill>
                <a:ln w="9525">
                  <a:solidFill>
                    <a:srgbClr val="6FA1D7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defTabSz="914355"/>
                  <a:r>
                    <a:rPr kumimoji="1" lang="ko-KR" altLang="en-US" sz="1000" b="1" spc="-4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4D9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ㄴㅇㄴㅇ</a:t>
                  </a:r>
                  <a:endParaRPr kumimoji="1" lang="ko-KR" altLang="en-US" sz="10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204D9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  <p:grpSp>
            <p:nvGrpSpPr>
              <p:cNvPr id="151" name="그룹 150"/>
              <p:cNvGrpSpPr/>
              <p:nvPr/>
            </p:nvGrpSpPr>
            <p:grpSpPr>
              <a:xfrm>
                <a:off x="7444955" y="4321824"/>
                <a:ext cx="2842047" cy="307453"/>
                <a:chOff x="7444955" y="3655874"/>
                <a:chExt cx="2842047" cy="1177338"/>
              </a:xfrm>
            </p:grpSpPr>
            <p:sp>
              <p:nvSpPr>
                <p:cNvPr id="152" name="모서리가 둥근 직사각형 151"/>
                <p:cNvSpPr/>
                <p:nvPr/>
              </p:nvSpPr>
              <p:spPr>
                <a:xfrm>
                  <a:off x="7444955" y="3655874"/>
                  <a:ext cx="1359441" cy="1177338"/>
                </a:xfrm>
                <a:prstGeom prst="roundRect">
                  <a:avLst>
                    <a:gd name="adj" fmla="val 7190"/>
                  </a:avLst>
                </a:prstGeom>
                <a:solidFill>
                  <a:srgbClr val="EAEAEA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Aft>
                      <a:spcPts val="500"/>
                    </a:spcAft>
                    <a:buClr>
                      <a:srgbClr val="0070C0"/>
                    </a:buClr>
                  </a:pPr>
                  <a:r>
                    <a:rPr kumimoji="1" lang="ko-KR" altLang="en-US" sz="900" b="1" dirty="0" err="1">
                      <a:ln>
                        <a:solidFill>
                          <a:srgbClr val="ED5C6E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ㄴㅇㄴㅇ</a:t>
                  </a:r>
                  <a:endParaRPr kumimoji="1" lang="ko-KR" altLang="en-US" sz="900" b="1" dirty="0">
                    <a:ln>
                      <a:solidFill>
                        <a:srgbClr val="ED5C6E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endParaRPr>
                </a:p>
              </p:txBody>
            </p:sp>
            <p:sp>
              <p:nvSpPr>
                <p:cNvPr id="153" name="모서리가 둥근 직사각형 152"/>
                <p:cNvSpPr/>
                <p:nvPr/>
              </p:nvSpPr>
              <p:spPr>
                <a:xfrm>
                  <a:off x="8927561" y="3655874"/>
                  <a:ext cx="1359441" cy="1177338"/>
                </a:xfrm>
                <a:prstGeom prst="roundRect">
                  <a:avLst>
                    <a:gd name="adj" fmla="val 7190"/>
                  </a:avLst>
                </a:prstGeom>
                <a:solidFill>
                  <a:srgbClr val="EAF3FA"/>
                </a:solidFill>
                <a:ln w="9525">
                  <a:solidFill>
                    <a:srgbClr val="6FA1D7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defTabSz="914355"/>
                  <a:r>
                    <a:rPr kumimoji="1" lang="ko-KR" altLang="en-US" sz="1000" b="1" spc="-4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4D9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rPr>
                    <a:t>ㄴㅇㄴㅇ</a:t>
                  </a:r>
                  <a:endParaRPr kumimoji="1" lang="ko-KR" altLang="en-US" sz="1000" b="1" spc="-4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204D9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grpSp>
          <p:nvGrpSpPr>
            <p:cNvPr id="133" name="그룹 132"/>
            <p:cNvGrpSpPr/>
            <p:nvPr/>
          </p:nvGrpSpPr>
          <p:grpSpPr>
            <a:xfrm>
              <a:off x="7622046" y="4492403"/>
              <a:ext cx="2670946" cy="661382"/>
              <a:chOff x="503264" y="3806843"/>
              <a:chExt cx="2569669" cy="661382"/>
            </a:xfrm>
          </p:grpSpPr>
          <p:sp>
            <p:nvSpPr>
              <p:cNvPr id="134" name="직사각형 133"/>
              <p:cNvSpPr/>
              <p:nvPr/>
            </p:nvSpPr>
            <p:spPr bwMode="auto">
              <a:xfrm>
                <a:off x="503264" y="3806843"/>
                <a:ext cx="2569669" cy="6613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 h="6350"/>
                  <a:bevelB w="0" h="0"/>
                </a:sp3d>
              </a:bodyPr>
              <a:lstStyle/>
              <a:p>
                <a:pPr algn="ctr"/>
                <a:endParaRPr lang="ko-KR" altLang="en-US" sz="1943" spc="-32" dirty="0">
                  <a:ln>
                    <a:solidFill>
                      <a:srgbClr val="113543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grpSp>
            <p:nvGrpSpPr>
              <p:cNvPr id="135" name="그룹 134"/>
              <p:cNvGrpSpPr/>
              <p:nvPr/>
            </p:nvGrpSpPr>
            <p:grpSpPr>
              <a:xfrm>
                <a:off x="584019" y="3905185"/>
                <a:ext cx="2416417" cy="464698"/>
                <a:chOff x="676151" y="3658391"/>
                <a:chExt cx="2231521" cy="464698"/>
              </a:xfrm>
            </p:grpSpPr>
            <p:sp>
              <p:nvSpPr>
                <p:cNvPr id="146" name="모서리가 둥근 직사각형 145"/>
                <p:cNvSpPr/>
                <p:nvPr/>
              </p:nvSpPr>
              <p:spPr>
                <a:xfrm>
                  <a:off x="676151" y="3658391"/>
                  <a:ext cx="516394" cy="464698"/>
                </a:xfrm>
                <a:prstGeom prst="roundRect">
                  <a:avLst>
                    <a:gd name="adj" fmla="val 9526"/>
                  </a:avLst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endParaRPr lang="ko-KR" altLang="en-US" sz="1000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47" name="모서리가 둥근 직사각형 146"/>
                <p:cNvSpPr/>
                <p:nvPr/>
              </p:nvSpPr>
              <p:spPr>
                <a:xfrm>
                  <a:off x="1247860" y="3658391"/>
                  <a:ext cx="516394" cy="464698"/>
                </a:xfrm>
                <a:prstGeom prst="roundRect">
                  <a:avLst>
                    <a:gd name="adj" fmla="val 9526"/>
                  </a:avLst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endParaRPr lang="ko-KR" altLang="en-US" sz="1000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48" name="모서리가 둥근 직사각형 147"/>
                <p:cNvSpPr/>
                <p:nvPr/>
              </p:nvSpPr>
              <p:spPr>
                <a:xfrm>
                  <a:off x="1819569" y="3658391"/>
                  <a:ext cx="516394" cy="464698"/>
                </a:xfrm>
                <a:prstGeom prst="roundRect">
                  <a:avLst>
                    <a:gd name="adj" fmla="val 9526"/>
                  </a:avLst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endParaRPr lang="ko-KR" altLang="en-US" sz="1000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49" name="모서리가 둥근 직사각형 148"/>
                <p:cNvSpPr/>
                <p:nvPr/>
              </p:nvSpPr>
              <p:spPr>
                <a:xfrm>
                  <a:off x="2391278" y="3658391"/>
                  <a:ext cx="516394" cy="464698"/>
                </a:xfrm>
                <a:prstGeom prst="roundRect">
                  <a:avLst>
                    <a:gd name="adj" fmla="val 9526"/>
                  </a:avLst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endParaRPr lang="ko-KR" altLang="en-US" sz="1000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136" name="그룹 135"/>
              <p:cNvGrpSpPr/>
              <p:nvPr/>
            </p:nvGrpSpPr>
            <p:grpSpPr>
              <a:xfrm>
                <a:off x="615488" y="3934878"/>
                <a:ext cx="2353479" cy="154207"/>
                <a:chOff x="705212" y="3688078"/>
                <a:chExt cx="2173399" cy="121171"/>
              </a:xfrm>
              <a:solidFill>
                <a:srgbClr val="E6F4F9"/>
              </a:solidFill>
            </p:grpSpPr>
            <p:sp>
              <p:nvSpPr>
                <p:cNvPr id="142" name="모서리가 둥근 직사각형 141"/>
                <p:cNvSpPr/>
                <p:nvPr/>
              </p:nvSpPr>
              <p:spPr>
                <a:xfrm>
                  <a:off x="705212" y="3688078"/>
                  <a:ext cx="458272" cy="121171"/>
                </a:xfrm>
                <a:prstGeom prst="roundRect">
                  <a:avLst>
                    <a:gd name="adj" fmla="val 9526"/>
                  </a:avLst>
                </a:prstGeom>
                <a:solidFill>
                  <a:schemeClr val="bg1">
                    <a:lumMod val="8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r>
                    <a:rPr lang="ko-KR" altLang="en-US" sz="800" b="1" dirty="0">
                      <a:ln>
                        <a:solidFill>
                          <a:srgbClr val="97A2AB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인사</a:t>
                  </a:r>
                </a:p>
              </p:txBody>
            </p:sp>
            <p:sp>
              <p:nvSpPr>
                <p:cNvPr id="143" name="모서리가 둥근 직사각형 142"/>
                <p:cNvSpPr/>
                <p:nvPr/>
              </p:nvSpPr>
              <p:spPr>
                <a:xfrm>
                  <a:off x="1276921" y="3688078"/>
                  <a:ext cx="458272" cy="121171"/>
                </a:xfrm>
                <a:prstGeom prst="roundRect">
                  <a:avLst>
                    <a:gd name="adj" fmla="val 9526"/>
                  </a:avLst>
                </a:prstGeom>
                <a:solidFill>
                  <a:schemeClr val="bg1">
                    <a:lumMod val="8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r>
                    <a:rPr lang="ko-KR" altLang="en-US" sz="800" b="1" dirty="0">
                      <a:ln>
                        <a:solidFill>
                          <a:srgbClr val="97A2AB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노무</a:t>
                  </a:r>
                </a:p>
              </p:txBody>
            </p:sp>
            <p:sp>
              <p:nvSpPr>
                <p:cNvPr id="144" name="모서리가 둥근 직사각형 143"/>
                <p:cNvSpPr/>
                <p:nvPr/>
              </p:nvSpPr>
              <p:spPr>
                <a:xfrm>
                  <a:off x="1848630" y="3688078"/>
                  <a:ext cx="458272" cy="121171"/>
                </a:xfrm>
                <a:prstGeom prst="roundRect">
                  <a:avLst>
                    <a:gd name="adj" fmla="val 9526"/>
                  </a:avLst>
                </a:prstGeom>
                <a:solidFill>
                  <a:schemeClr val="bg1">
                    <a:lumMod val="8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r>
                    <a:rPr lang="ko-KR" altLang="en-US" sz="800" b="1" dirty="0">
                      <a:ln>
                        <a:solidFill>
                          <a:srgbClr val="97A2AB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채용</a:t>
                  </a:r>
                </a:p>
              </p:txBody>
            </p:sp>
            <p:sp>
              <p:nvSpPr>
                <p:cNvPr id="145" name="모서리가 둥근 직사각형 144"/>
                <p:cNvSpPr/>
                <p:nvPr/>
              </p:nvSpPr>
              <p:spPr>
                <a:xfrm>
                  <a:off x="2420339" y="3688078"/>
                  <a:ext cx="458272" cy="121171"/>
                </a:xfrm>
                <a:prstGeom prst="roundRect">
                  <a:avLst>
                    <a:gd name="adj" fmla="val 9526"/>
                  </a:avLst>
                </a:prstGeom>
                <a:solidFill>
                  <a:schemeClr val="bg1">
                    <a:lumMod val="8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r>
                    <a:rPr lang="ko-KR" altLang="en-US" sz="800" b="1" dirty="0">
                      <a:ln>
                        <a:solidFill>
                          <a:srgbClr val="97A2AB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코로나</a:t>
                  </a:r>
                </a:p>
              </p:txBody>
            </p:sp>
          </p:grpSp>
          <p:grpSp>
            <p:nvGrpSpPr>
              <p:cNvPr id="137" name="그룹 136"/>
              <p:cNvGrpSpPr/>
              <p:nvPr/>
            </p:nvGrpSpPr>
            <p:grpSpPr>
              <a:xfrm>
                <a:off x="590676" y="4142295"/>
                <a:ext cx="2403103" cy="178518"/>
                <a:chOff x="682299" y="3910741"/>
                <a:chExt cx="2219226" cy="178518"/>
              </a:xfrm>
            </p:grpSpPr>
            <p:sp>
              <p:nvSpPr>
                <p:cNvPr id="138" name="모서리가 둥근 직사각형 137"/>
                <p:cNvSpPr/>
                <p:nvPr/>
              </p:nvSpPr>
              <p:spPr>
                <a:xfrm>
                  <a:off x="682299" y="3910741"/>
                  <a:ext cx="504099" cy="178518"/>
                </a:xfrm>
                <a:prstGeom prst="roundRect">
                  <a:avLst>
                    <a:gd name="adj" fmla="val 9526"/>
                  </a:avLst>
                </a:prstGeom>
                <a:no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r>
                    <a:rPr lang="ko-KR" altLang="en-US" sz="800" dirty="0" err="1">
                      <a:ln>
                        <a:solidFill>
                          <a:srgbClr val="97A2AB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ㅇㅇㅇ</a:t>
                  </a:r>
                  <a:endParaRPr lang="ko-KR" altLang="en-US" sz="800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39" name="모서리가 둥근 직사각형 138"/>
                <p:cNvSpPr/>
                <p:nvPr/>
              </p:nvSpPr>
              <p:spPr>
                <a:xfrm>
                  <a:off x="1254008" y="3910741"/>
                  <a:ext cx="504099" cy="178518"/>
                </a:xfrm>
                <a:prstGeom prst="roundRect">
                  <a:avLst>
                    <a:gd name="adj" fmla="val 9526"/>
                  </a:avLst>
                </a:prstGeom>
                <a:no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r>
                    <a:rPr lang="ko-KR" altLang="en-US" sz="800" dirty="0" err="1">
                      <a:ln>
                        <a:solidFill>
                          <a:srgbClr val="97A2AB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ㅇㅇㅇ</a:t>
                  </a:r>
                  <a:endParaRPr lang="ko-KR" altLang="en-US" sz="800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40" name="모서리가 둥근 직사각형 139"/>
                <p:cNvSpPr/>
                <p:nvPr/>
              </p:nvSpPr>
              <p:spPr>
                <a:xfrm>
                  <a:off x="1825717" y="3910741"/>
                  <a:ext cx="504099" cy="178518"/>
                </a:xfrm>
                <a:prstGeom prst="roundRect">
                  <a:avLst>
                    <a:gd name="adj" fmla="val 9526"/>
                  </a:avLst>
                </a:prstGeom>
                <a:no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r>
                    <a:rPr lang="ko-KR" altLang="en-US" sz="800" dirty="0" err="1">
                      <a:ln>
                        <a:solidFill>
                          <a:srgbClr val="97A2AB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ㅇㅇㅇ</a:t>
                  </a:r>
                  <a:endParaRPr lang="ko-KR" altLang="en-US" sz="800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41" name="모서리가 둥근 직사각형 140"/>
                <p:cNvSpPr/>
                <p:nvPr/>
              </p:nvSpPr>
              <p:spPr>
                <a:xfrm>
                  <a:off x="2397426" y="3910741"/>
                  <a:ext cx="504099" cy="178518"/>
                </a:xfrm>
                <a:prstGeom prst="roundRect">
                  <a:avLst>
                    <a:gd name="adj" fmla="val 9526"/>
                  </a:avLst>
                </a:prstGeom>
                <a:no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fontAlgn="ctr">
                    <a:buClr>
                      <a:srgbClr val="980E0E"/>
                    </a:buClr>
                    <a:buSzPct val="140000"/>
                    <a:tabLst>
                      <a:tab pos="5065983" algn="l"/>
                    </a:tabLst>
                    <a:defRPr/>
                  </a:pPr>
                  <a:r>
                    <a:rPr lang="ko-KR" altLang="en-US" sz="800" dirty="0" err="1">
                      <a:ln>
                        <a:solidFill>
                          <a:srgbClr val="97A2AB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ㅇㅇㅇ</a:t>
                  </a:r>
                  <a:endParaRPr lang="ko-KR" altLang="en-US" sz="800" dirty="0">
                    <a:ln>
                      <a:solidFill>
                        <a:srgbClr val="97A2AB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</p:grp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3874DB8A-77CB-44A2-A6D7-5E6C14FA6A39}"/>
              </a:ext>
            </a:extLst>
          </p:cNvPr>
          <p:cNvGrpSpPr/>
          <p:nvPr/>
        </p:nvGrpSpPr>
        <p:grpSpPr>
          <a:xfrm>
            <a:off x="1008261" y="1831220"/>
            <a:ext cx="2147656" cy="2051762"/>
            <a:chOff x="1896041" y="4510977"/>
            <a:chExt cx="3767591" cy="3635360"/>
          </a:xfrm>
        </p:grpSpPr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8599F63C-2DDB-4372-BA7B-893B4058E946}"/>
                </a:ext>
              </a:extLst>
            </p:cNvPr>
            <p:cNvSpPr/>
            <p:nvPr/>
          </p:nvSpPr>
          <p:spPr>
            <a:xfrm flipV="1">
              <a:off x="2587130" y="5420798"/>
              <a:ext cx="2365870" cy="2365870"/>
            </a:xfrm>
            <a:prstGeom prst="ellipse">
              <a:avLst/>
            </a:prstGeom>
            <a:solidFill>
              <a:srgbClr val="DDDDDD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DBF53A17-2109-4845-BCE4-368D68994709}"/>
                </a:ext>
              </a:extLst>
            </p:cNvPr>
            <p:cNvGrpSpPr/>
            <p:nvPr/>
          </p:nvGrpSpPr>
          <p:grpSpPr>
            <a:xfrm flipV="1">
              <a:off x="3010075" y="4510977"/>
              <a:ext cx="1539525" cy="1539522"/>
              <a:chOff x="8323562" y="4397501"/>
              <a:chExt cx="1000386" cy="1000384"/>
            </a:xfrm>
          </p:grpSpPr>
          <p:sp>
            <p:nvSpPr>
              <p:cNvPr id="175" name="타원 174">
                <a:extLst>
                  <a:ext uri="{FF2B5EF4-FFF2-40B4-BE49-F238E27FC236}">
                    <a16:creationId xmlns:a16="http://schemas.microsoft.com/office/drawing/2014/main" id="{90715185-D617-479D-990B-2D4C25644881}"/>
                  </a:ext>
                </a:extLst>
              </p:cNvPr>
              <p:cNvSpPr/>
              <p:nvPr/>
            </p:nvSpPr>
            <p:spPr>
              <a:xfrm>
                <a:off x="8323562" y="4397501"/>
                <a:ext cx="1000386" cy="100038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sz="16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6" name="타원 175">
                <a:extLst>
                  <a:ext uri="{FF2B5EF4-FFF2-40B4-BE49-F238E27FC236}">
                    <a16:creationId xmlns:a16="http://schemas.microsoft.com/office/drawing/2014/main" id="{FE4893FC-9BEA-46F2-B1BA-F966032E4C35}"/>
                  </a:ext>
                </a:extLst>
              </p:cNvPr>
              <p:cNvSpPr/>
              <p:nvPr/>
            </p:nvSpPr>
            <p:spPr>
              <a:xfrm>
                <a:off x="8405314" y="4479252"/>
                <a:ext cx="836883" cy="8368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b="1" spc="-4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1D168531-008E-4179-BBA8-94D3EAFBD4AA}"/>
                </a:ext>
              </a:extLst>
            </p:cNvPr>
            <p:cNvGrpSpPr/>
            <p:nvPr/>
          </p:nvGrpSpPr>
          <p:grpSpPr>
            <a:xfrm flipV="1">
              <a:off x="1896041" y="5030523"/>
              <a:ext cx="2356597" cy="3115809"/>
              <a:chOff x="7584422" y="5758941"/>
              <a:chExt cx="1531321" cy="2024657"/>
            </a:xfrm>
          </p:grpSpPr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894B28B2-9233-4D23-8C9E-0ACD12B79995}"/>
                  </a:ext>
                </a:extLst>
              </p:cNvPr>
              <p:cNvGrpSpPr/>
              <p:nvPr/>
            </p:nvGrpSpPr>
            <p:grpSpPr>
              <a:xfrm>
                <a:off x="7584422" y="5758941"/>
                <a:ext cx="1000386" cy="1000384"/>
                <a:chOff x="8323562" y="4397501"/>
                <a:chExt cx="1000386" cy="1000384"/>
              </a:xfrm>
            </p:grpSpPr>
            <p:sp>
              <p:nvSpPr>
                <p:cNvPr id="173" name="타원 172">
                  <a:extLst>
                    <a:ext uri="{FF2B5EF4-FFF2-40B4-BE49-F238E27FC236}">
                      <a16:creationId xmlns:a16="http://schemas.microsoft.com/office/drawing/2014/main" id="{699FBD54-2610-40E1-B4F3-15F109D45473}"/>
                    </a:ext>
                  </a:extLst>
                </p:cNvPr>
                <p:cNvSpPr/>
                <p:nvPr/>
              </p:nvSpPr>
              <p:spPr>
                <a:xfrm>
                  <a:off x="8323562" y="4397501"/>
                  <a:ext cx="1000386" cy="100038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2857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74" name="타원 173">
                  <a:extLst>
                    <a:ext uri="{FF2B5EF4-FFF2-40B4-BE49-F238E27FC236}">
                      <a16:creationId xmlns:a16="http://schemas.microsoft.com/office/drawing/2014/main" id="{2578FA77-5A79-47D1-BBFA-90B6BAF6B218}"/>
                    </a:ext>
                  </a:extLst>
                </p:cNvPr>
                <p:cNvSpPr/>
                <p:nvPr/>
              </p:nvSpPr>
              <p:spPr>
                <a:xfrm>
                  <a:off x="8405314" y="4479252"/>
                  <a:ext cx="836883" cy="83688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spc="-4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6E1E0A77-4EC2-4234-8FCB-D74C0329386D}"/>
                  </a:ext>
                </a:extLst>
              </p:cNvPr>
              <p:cNvSpPr/>
              <p:nvPr/>
            </p:nvSpPr>
            <p:spPr>
              <a:xfrm flipV="1">
                <a:off x="7766274" y="6124493"/>
                <a:ext cx="614459" cy="239572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ko-KR" altLang="en-US" sz="1200" b="1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내용입력</a:t>
                </a:r>
                <a:endPara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FC9FADDF-C229-4A4C-B69A-551A67F3FB3A}"/>
                  </a:ext>
                </a:extLst>
              </p:cNvPr>
              <p:cNvSpPr/>
              <p:nvPr/>
            </p:nvSpPr>
            <p:spPr>
              <a:xfrm flipV="1">
                <a:off x="8501284" y="7544026"/>
                <a:ext cx="614459" cy="239572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ko-KR" altLang="en-US" sz="1200" b="1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내용입력</a:t>
                </a:r>
                <a:endPara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51B11A95-74FE-4F91-821F-CFCF69FF63D9}"/>
                </a:ext>
              </a:extLst>
            </p:cNvPr>
            <p:cNvGrpSpPr/>
            <p:nvPr/>
          </p:nvGrpSpPr>
          <p:grpSpPr>
            <a:xfrm flipV="1">
              <a:off x="4124107" y="6606815"/>
              <a:ext cx="1539525" cy="1539522"/>
              <a:chOff x="9032222" y="5758941"/>
              <a:chExt cx="1000386" cy="1000384"/>
            </a:xfrm>
          </p:grpSpPr>
          <p:grpSp>
            <p:nvGrpSpPr>
              <p:cNvPr id="166" name="그룹 165">
                <a:extLst>
                  <a:ext uri="{FF2B5EF4-FFF2-40B4-BE49-F238E27FC236}">
                    <a16:creationId xmlns:a16="http://schemas.microsoft.com/office/drawing/2014/main" id="{7D83AACC-ED46-41DD-A522-A01ED398FA3D}"/>
                  </a:ext>
                </a:extLst>
              </p:cNvPr>
              <p:cNvGrpSpPr/>
              <p:nvPr/>
            </p:nvGrpSpPr>
            <p:grpSpPr>
              <a:xfrm>
                <a:off x="9032222" y="5758941"/>
                <a:ext cx="1000386" cy="1000384"/>
                <a:chOff x="8323562" y="4397501"/>
                <a:chExt cx="1000386" cy="1000384"/>
              </a:xfrm>
            </p:grpSpPr>
            <p:sp>
              <p:nvSpPr>
                <p:cNvPr id="168" name="타원 167">
                  <a:extLst>
                    <a:ext uri="{FF2B5EF4-FFF2-40B4-BE49-F238E27FC236}">
                      <a16:creationId xmlns:a16="http://schemas.microsoft.com/office/drawing/2014/main" id="{B9DEF7AE-910A-4FBE-8BD1-8AA6F5E785E5}"/>
                    </a:ext>
                  </a:extLst>
                </p:cNvPr>
                <p:cNvSpPr/>
                <p:nvPr/>
              </p:nvSpPr>
              <p:spPr>
                <a:xfrm>
                  <a:off x="8323562" y="4397501"/>
                  <a:ext cx="1000386" cy="100038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2857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69" name="타원 168">
                  <a:extLst>
                    <a:ext uri="{FF2B5EF4-FFF2-40B4-BE49-F238E27FC236}">
                      <a16:creationId xmlns:a16="http://schemas.microsoft.com/office/drawing/2014/main" id="{1BD9136E-BD4F-48EB-84EC-5A1E173145B6}"/>
                    </a:ext>
                  </a:extLst>
                </p:cNvPr>
                <p:cNvSpPr/>
                <p:nvPr/>
              </p:nvSpPr>
              <p:spPr>
                <a:xfrm>
                  <a:off x="8405314" y="4479252"/>
                  <a:ext cx="836883" cy="83688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spc="-4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  <p:sp>
            <p:nvSpPr>
              <p:cNvPr id="167" name="직사각형 166">
                <a:extLst>
                  <a:ext uri="{FF2B5EF4-FFF2-40B4-BE49-F238E27FC236}">
                    <a16:creationId xmlns:a16="http://schemas.microsoft.com/office/drawing/2014/main" id="{116F6BD4-57D9-4B99-911F-2E6226EA22F8}"/>
                  </a:ext>
                </a:extLst>
              </p:cNvPr>
              <p:cNvSpPr/>
              <p:nvPr/>
            </p:nvSpPr>
            <p:spPr>
              <a:xfrm flipV="1">
                <a:off x="9250384" y="6124490"/>
                <a:ext cx="614459" cy="239573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ko-KR" altLang="en-US" sz="1200" b="1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내용입력</a:t>
                </a:r>
                <a:endPara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518DBC2D-058F-4B84-A7A9-46470DFD8E7F}"/>
                </a:ext>
              </a:extLst>
            </p:cNvPr>
            <p:cNvSpPr/>
            <p:nvPr/>
          </p:nvSpPr>
          <p:spPr>
            <a:xfrm>
              <a:off x="2873601" y="5707269"/>
              <a:ext cx="1792928" cy="1792928"/>
            </a:xfrm>
            <a:prstGeom prst="ellipse">
              <a:avLst/>
            </a:prstGeom>
            <a:solidFill>
              <a:schemeClr val="bg1"/>
            </a:solidFill>
            <a:ln w="41275">
              <a:solidFill>
                <a:srgbClr val="1047C5"/>
              </a:solidFill>
            </a:ln>
            <a:effectLst>
              <a:outerShdw blurRad="762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white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6837630"/>
      </p:ext>
    </p:extLst>
  </p:cSld>
  <p:clrMapOvr>
    <a:masterClrMapping/>
  </p:clrMapOvr>
</p:sld>
</file>

<file path=ppt/theme/theme1.xml><?xml version="1.0" encoding="utf-8"?>
<a:theme xmlns:a="http://schemas.openxmlformats.org/drawingml/2006/main" name="3_기본 디자인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5F5F5F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36625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549E"/>
          </a:buClr>
          <a:buSzTx/>
          <a:buFont typeface="Wingdings" pitchFamily="2" charset="2"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나눔고딕" pitchFamily="50" charset="-127"/>
            <a:ea typeface="나눔고딕" pitchFamily="50" charset="-127"/>
          </a:defRPr>
        </a:defPPr>
      </a:lstStyle>
    </a:spDef>
    <a:lnDef>
      <a:spPr>
        <a:ln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28813</TotalTime>
  <Words>1331</Words>
  <Application>Microsoft Office PowerPoint</Application>
  <PresentationFormat>사용자 지정</PresentationFormat>
  <Paragraphs>316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26" baseType="lpstr">
      <vt:lpstr>G마켓 산스 TTF Bold</vt:lpstr>
      <vt:lpstr>G마켓 산스 TTF Medium</vt:lpstr>
      <vt:lpstr>HY헤드라인M</vt:lpstr>
      <vt:lpstr>KoPub돋움체 Bold</vt:lpstr>
      <vt:lpstr>KoPub돋움체 Light</vt:lpstr>
      <vt:lpstr>KoPub돋움체 Medium</vt:lpstr>
      <vt:lpstr>KoPub바탕체 Medium</vt:lpstr>
      <vt:lpstr>ollehche_v2</vt:lpstr>
      <vt:lpstr>Rix고딕 EB</vt:lpstr>
      <vt:lpstr>굴림</vt:lpstr>
      <vt:lpstr>나눔고딕</vt:lpstr>
      <vt:lpstr>나눔스퀘어 Bold</vt:lpstr>
      <vt:lpstr>맑은 고딕</vt:lpstr>
      <vt:lpstr>에스코어 드림 6 Bold</vt:lpstr>
      <vt:lpstr>Arial</vt:lpstr>
      <vt:lpstr>Calibri</vt:lpstr>
      <vt:lpstr>Wingdings</vt:lpstr>
      <vt:lpstr>3_기본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이서진</dc:creator>
  <cp:lastModifiedBy>정률 김</cp:lastModifiedBy>
  <cp:revision>1773</cp:revision>
  <cp:lastPrinted>2021-12-21T09:40:51Z</cp:lastPrinted>
  <dcterms:created xsi:type="dcterms:W3CDTF">2014-01-03T08:05:19Z</dcterms:created>
  <dcterms:modified xsi:type="dcterms:W3CDTF">2024-11-21T10:29:18Z</dcterms:modified>
</cp:coreProperties>
</file>